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53"/>
  </p:notesMasterIdLst>
  <p:sldIdLst>
    <p:sldId id="268" r:id="rId5"/>
    <p:sldId id="460" r:id="rId6"/>
    <p:sldId id="461" r:id="rId7"/>
    <p:sldId id="452" r:id="rId8"/>
    <p:sldId id="463" r:id="rId9"/>
    <p:sldId id="473" r:id="rId10"/>
    <p:sldId id="478" r:id="rId11"/>
    <p:sldId id="466" r:id="rId12"/>
    <p:sldId id="464" r:id="rId13"/>
    <p:sldId id="465" r:id="rId14"/>
    <p:sldId id="467" r:id="rId15"/>
    <p:sldId id="468" r:id="rId16"/>
    <p:sldId id="469" r:id="rId17"/>
    <p:sldId id="477" r:id="rId18"/>
    <p:sldId id="479" r:id="rId19"/>
    <p:sldId id="487" r:id="rId20"/>
    <p:sldId id="481" r:id="rId21"/>
    <p:sldId id="480" r:id="rId22"/>
    <p:sldId id="482" r:id="rId23"/>
    <p:sldId id="483" r:id="rId24"/>
    <p:sldId id="484" r:id="rId25"/>
    <p:sldId id="474" r:id="rId26"/>
    <p:sldId id="509" r:id="rId27"/>
    <p:sldId id="488" r:id="rId28"/>
    <p:sldId id="476" r:id="rId29"/>
    <p:sldId id="485" r:id="rId30"/>
    <p:sldId id="475" r:id="rId31"/>
    <p:sldId id="489" r:id="rId32"/>
    <p:sldId id="486" r:id="rId33"/>
    <p:sldId id="490" r:id="rId34"/>
    <p:sldId id="491" r:id="rId35"/>
    <p:sldId id="492" r:id="rId36"/>
    <p:sldId id="493" r:id="rId37"/>
    <p:sldId id="494" r:id="rId38"/>
    <p:sldId id="495" r:id="rId39"/>
    <p:sldId id="496" r:id="rId40"/>
    <p:sldId id="497" r:id="rId41"/>
    <p:sldId id="498" r:id="rId42"/>
    <p:sldId id="499" r:id="rId43"/>
    <p:sldId id="500" r:id="rId44"/>
    <p:sldId id="501" r:id="rId45"/>
    <p:sldId id="503" r:id="rId46"/>
    <p:sldId id="502" r:id="rId47"/>
    <p:sldId id="504" r:id="rId48"/>
    <p:sldId id="507" r:id="rId49"/>
    <p:sldId id="506" r:id="rId50"/>
    <p:sldId id="508" r:id="rId51"/>
    <p:sldId id="35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885CC9-1C20-41EA-817D-6AFA98D50917}" v="423" dt="2026-03-02T15:08:30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9" autoAdjust="0"/>
    <p:restoredTop sz="77451" autoAdjust="0"/>
  </p:normalViewPr>
  <p:slideViewPr>
    <p:cSldViewPr snapToGrid="0">
      <p:cViewPr varScale="1">
        <p:scale>
          <a:sx n="65" d="100"/>
          <a:sy n="65" d="100"/>
        </p:scale>
        <p:origin x="10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B Allahham" userId="97605edd-f46c-4e29-aebb-39d3a79c5ffe" providerId="ADAL" clId="{F366E7D3-C0FD-4AD1-9C02-B324081124B2}"/>
    <pc:docChg chg="undo custSel addSld delSld modSld">
      <pc:chgData name="ADIB Allahham" userId="97605edd-f46c-4e29-aebb-39d3a79c5ffe" providerId="ADAL" clId="{F366E7D3-C0FD-4AD1-9C02-B324081124B2}" dt="2026-03-03T10:35:55.660" v="9940" actId="6549"/>
      <pc:docMkLst>
        <pc:docMk/>
      </pc:docMkLst>
      <pc:sldChg chg="modNotesTx">
        <pc:chgData name="ADIB Allahham" userId="97605edd-f46c-4e29-aebb-39d3a79c5ffe" providerId="ADAL" clId="{F366E7D3-C0FD-4AD1-9C02-B324081124B2}" dt="2026-03-03T10:32:39.267" v="9907" actId="6549"/>
        <pc:sldMkLst>
          <pc:docMk/>
          <pc:sldMk cId="4120352294" sldId="268"/>
        </pc:sldMkLst>
      </pc:sldChg>
      <pc:sldChg chg="addSp modSp mod modNotesTx">
        <pc:chgData name="ADIB Allahham" userId="97605edd-f46c-4e29-aebb-39d3a79c5ffe" providerId="ADAL" clId="{F366E7D3-C0FD-4AD1-9C02-B324081124B2}" dt="2026-03-03T10:32:44.992" v="9908" actId="6549"/>
        <pc:sldMkLst>
          <pc:docMk/>
          <pc:sldMk cId="3094106792" sldId="452"/>
        </pc:sldMkLst>
        <pc:spChg chg="add mod">
          <ac:chgData name="ADIB Allahham" userId="97605edd-f46c-4e29-aebb-39d3a79c5ffe" providerId="ADAL" clId="{F366E7D3-C0FD-4AD1-9C02-B324081124B2}" dt="2026-02-28T16:19:18.007" v="4837" actId="14100"/>
          <ac:spMkLst>
            <pc:docMk/>
            <pc:sldMk cId="3094106792" sldId="452"/>
            <ac:spMk id="3" creationId="{9174FDFA-69EE-CF4D-AEE2-9DDCD1160F9C}"/>
          </ac:spMkLst>
        </pc:spChg>
        <pc:spChg chg="add mod">
          <ac:chgData name="ADIB Allahham" userId="97605edd-f46c-4e29-aebb-39d3a79c5ffe" providerId="ADAL" clId="{F366E7D3-C0FD-4AD1-9C02-B324081124B2}" dt="2026-02-28T16:18:52.874" v="4836" actId="1035"/>
          <ac:spMkLst>
            <pc:docMk/>
            <pc:sldMk cId="3094106792" sldId="452"/>
            <ac:spMk id="4" creationId="{E483FCE1-0E5E-BFEC-D865-D708F3204BF7}"/>
          </ac:spMkLst>
        </pc:spChg>
        <pc:spChg chg="mod">
          <ac:chgData name="ADIB Allahham" userId="97605edd-f46c-4e29-aebb-39d3a79c5ffe" providerId="ADAL" clId="{F366E7D3-C0FD-4AD1-9C02-B324081124B2}" dt="2026-02-28T16:09:21.380" v="4783" actId="20577"/>
          <ac:spMkLst>
            <pc:docMk/>
            <pc:sldMk cId="3094106792" sldId="452"/>
            <ac:spMk id="6" creationId="{86BC6EB6-5277-516D-A63D-1547D1448374}"/>
          </ac:spMkLst>
        </pc:spChg>
        <pc:spChg chg="mod ord">
          <ac:chgData name="ADIB Allahham" userId="97605edd-f46c-4e29-aebb-39d3a79c5ffe" providerId="ADAL" clId="{F366E7D3-C0FD-4AD1-9C02-B324081124B2}" dt="2026-02-28T16:19:31.382" v="4838" actId="255"/>
          <ac:spMkLst>
            <pc:docMk/>
            <pc:sldMk cId="3094106792" sldId="452"/>
            <ac:spMk id="36" creationId="{1728BDA4-1738-5BC9-3C27-6C7110B84477}"/>
          </ac:spMkLst>
        </pc:spChg>
      </pc:sldChg>
      <pc:sldChg chg="modSp add mod modNotesTx">
        <pc:chgData name="ADIB Allahham" userId="97605edd-f46c-4e29-aebb-39d3a79c5ffe" providerId="ADAL" clId="{F366E7D3-C0FD-4AD1-9C02-B324081124B2}" dt="2026-03-02T12:50:34.143" v="9098" actId="20577"/>
        <pc:sldMkLst>
          <pc:docMk/>
          <pc:sldMk cId="2203864761" sldId="460"/>
        </pc:sldMkLst>
        <pc:spChg chg="mod">
          <ac:chgData name="ADIB Allahham" userId="97605edd-f46c-4e29-aebb-39d3a79c5ffe" providerId="ADAL" clId="{F366E7D3-C0FD-4AD1-9C02-B324081124B2}" dt="2026-03-02T12:50:34.143" v="9098" actId="20577"/>
          <ac:spMkLst>
            <pc:docMk/>
            <pc:sldMk cId="2203864761" sldId="460"/>
            <ac:spMk id="36" creationId="{229B00A4-98C3-4B33-D3C5-4235DA6B143F}"/>
          </ac:spMkLst>
        </pc:spChg>
      </pc:sldChg>
      <pc:sldChg chg="modSp mod modNotesTx">
        <pc:chgData name="ADIB Allahham" userId="97605edd-f46c-4e29-aebb-39d3a79c5ffe" providerId="ADAL" clId="{F366E7D3-C0FD-4AD1-9C02-B324081124B2}" dt="2026-02-28T16:07:41.535" v="4730" actId="1037"/>
        <pc:sldMkLst>
          <pc:docMk/>
          <pc:sldMk cId="2321769473" sldId="461"/>
        </pc:sldMkLst>
        <pc:spChg chg="mod">
          <ac:chgData name="ADIB Allahham" userId="97605edd-f46c-4e29-aebb-39d3a79c5ffe" providerId="ADAL" clId="{F366E7D3-C0FD-4AD1-9C02-B324081124B2}" dt="2026-02-28T16:07:41.535" v="4730" actId="1037"/>
          <ac:spMkLst>
            <pc:docMk/>
            <pc:sldMk cId="2321769473" sldId="461"/>
            <ac:spMk id="6" creationId="{5B331C2A-EC7D-0A4D-2127-D75FC9C96069}"/>
          </ac:spMkLst>
        </pc:spChg>
      </pc:sldChg>
      <pc:sldChg chg="del">
        <pc:chgData name="ADIB Allahham" userId="97605edd-f46c-4e29-aebb-39d3a79c5ffe" providerId="ADAL" clId="{F366E7D3-C0FD-4AD1-9C02-B324081124B2}" dt="2026-03-02T13:53:50.177" v="9651" actId="47"/>
        <pc:sldMkLst>
          <pc:docMk/>
          <pc:sldMk cId="296587854" sldId="462"/>
        </pc:sldMkLst>
      </pc:sldChg>
      <pc:sldChg chg="modSp mod modAnim modNotesTx">
        <pc:chgData name="ADIB Allahham" userId="97605edd-f46c-4e29-aebb-39d3a79c5ffe" providerId="ADAL" clId="{F366E7D3-C0FD-4AD1-9C02-B324081124B2}" dt="2026-03-03T10:32:47.612" v="9909" actId="6549"/>
        <pc:sldMkLst>
          <pc:docMk/>
          <pc:sldMk cId="3017941838" sldId="463"/>
        </pc:sldMkLst>
        <pc:spChg chg="mod">
          <ac:chgData name="ADIB Allahham" userId="97605edd-f46c-4e29-aebb-39d3a79c5ffe" providerId="ADAL" clId="{F366E7D3-C0FD-4AD1-9C02-B324081124B2}" dt="2026-02-17T13:30:55.664" v="1785" actId="1076"/>
          <ac:spMkLst>
            <pc:docMk/>
            <pc:sldMk cId="3017941838" sldId="463"/>
            <ac:spMk id="4" creationId="{DBDCC1DD-7078-10AC-F72D-7A9F41A9BCBA}"/>
          </ac:spMkLst>
        </pc:spChg>
        <pc:spChg chg="mod">
          <ac:chgData name="ADIB Allahham" userId="97605edd-f46c-4e29-aebb-39d3a79c5ffe" providerId="ADAL" clId="{F366E7D3-C0FD-4AD1-9C02-B324081124B2}" dt="2026-02-28T16:20:09.154" v="4842" actId="20577"/>
          <ac:spMkLst>
            <pc:docMk/>
            <pc:sldMk cId="3017941838" sldId="463"/>
            <ac:spMk id="6" creationId="{01346C46-5431-5B97-2495-6A0BD9823FAD}"/>
          </ac:spMkLst>
        </pc:spChg>
        <pc:spChg chg="mod">
          <ac:chgData name="ADIB Allahham" userId="97605edd-f46c-4e29-aebb-39d3a79c5ffe" providerId="ADAL" clId="{F366E7D3-C0FD-4AD1-9C02-B324081124B2}" dt="2026-02-24T11:42:42.848" v="2253" actId="20577"/>
          <ac:spMkLst>
            <pc:docMk/>
            <pc:sldMk cId="3017941838" sldId="463"/>
            <ac:spMk id="36" creationId="{1EC47913-7967-D504-2AE7-849BBF2E5FEA}"/>
          </ac:spMkLst>
        </pc:spChg>
        <pc:picChg chg="mod">
          <ac:chgData name="ADIB Allahham" userId="97605edd-f46c-4e29-aebb-39d3a79c5ffe" providerId="ADAL" clId="{F366E7D3-C0FD-4AD1-9C02-B324081124B2}" dt="2026-02-17T13:31:20.511" v="1788" actId="1076"/>
          <ac:picMkLst>
            <pc:docMk/>
            <pc:sldMk cId="3017941838" sldId="463"/>
            <ac:picMk id="7" creationId="{5CAA1856-98E8-B0F6-8548-3DC91D87555E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2:59.343" v="9911" actId="6549"/>
        <pc:sldMkLst>
          <pc:docMk/>
          <pc:sldMk cId="1437439252" sldId="464"/>
        </pc:sldMkLst>
        <pc:spChg chg="add mod">
          <ac:chgData name="ADIB Allahham" userId="97605edd-f46c-4e29-aebb-39d3a79c5ffe" providerId="ADAL" clId="{F366E7D3-C0FD-4AD1-9C02-B324081124B2}" dt="2026-03-02T13:44:44.441" v="9468" actId="1076"/>
          <ac:spMkLst>
            <pc:docMk/>
            <pc:sldMk cId="1437439252" sldId="464"/>
            <ac:spMk id="7" creationId="{F361D5AA-C072-9051-9D27-5A41DA2C6BA4}"/>
          </ac:spMkLst>
        </pc:spChg>
        <pc:picChg chg="add mod ord">
          <ac:chgData name="ADIB Allahham" userId="97605edd-f46c-4e29-aebb-39d3a79c5ffe" providerId="ADAL" clId="{F366E7D3-C0FD-4AD1-9C02-B324081124B2}" dt="2026-03-02T13:45:37.714" v="9552" actId="1036"/>
          <ac:picMkLst>
            <pc:docMk/>
            <pc:sldMk cId="1437439252" sldId="464"/>
            <ac:picMk id="3" creationId="{BA3A5CAB-6F8E-16DA-050D-8CAFD10BC5CB}"/>
          </ac:picMkLst>
        </pc:picChg>
        <pc:picChg chg="del mod">
          <ac:chgData name="ADIB Allahham" userId="97605edd-f46c-4e29-aebb-39d3a79c5ffe" providerId="ADAL" clId="{F366E7D3-C0FD-4AD1-9C02-B324081124B2}" dt="2026-03-02T13:44:39.041" v="9467" actId="478"/>
          <ac:picMkLst>
            <pc:docMk/>
            <pc:sldMk cId="1437439252" sldId="464"/>
            <ac:picMk id="4" creationId="{2BCECD8C-A1B9-37EB-ACC9-D1366E6E3052}"/>
          </ac:picMkLst>
        </pc:picChg>
        <pc:picChg chg="add mod">
          <ac:chgData name="ADIB Allahham" userId="97605edd-f46c-4e29-aebb-39d3a79c5ffe" providerId="ADAL" clId="{F366E7D3-C0FD-4AD1-9C02-B324081124B2}" dt="2026-03-02T13:45:27.033" v="9535" actId="1037"/>
          <ac:picMkLst>
            <pc:docMk/>
            <pc:sldMk cId="1437439252" sldId="464"/>
            <ac:picMk id="5" creationId="{7EF1683D-F06F-52A5-4685-DB5596A42FCE}"/>
          </ac:picMkLst>
        </pc:picChg>
      </pc:sldChg>
      <pc:sldChg chg="modSp mod modNotesTx">
        <pc:chgData name="ADIB Allahham" userId="97605edd-f46c-4e29-aebb-39d3a79c5ffe" providerId="ADAL" clId="{F366E7D3-C0FD-4AD1-9C02-B324081124B2}" dt="2026-03-03T10:33:03.231" v="9912" actId="6549"/>
        <pc:sldMkLst>
          <pc:docMk/>
          <pc:sldMk cId="4207605469" sldId="465"/>
        </pc:sldMkLst>
        <pc:spChg chg="mod">
          <ac:chgData name="ADIB Allahham" userId="97605edd-f46c-4e29-aebb-39d3a79c5ffe" providerId="ADAL" clId="{F366E7D3-C0FD-4AD1-9C02-B324081124B2}" dt="2026-02-24T11:45:06.114" v="2255" actId="14100"/>
          <ac:spMkLst>
            <pc:docMk/>
            <pc:sldMk cId="4207605469" sldId="465"/>
            <ac:spMk id="11" creationId="{90038904-674F-C934-3817-61F78F2C4770}"/>
          </ac:spMkLst>
        </pc:spChg>
      </pc:sldChg>
      <pc:sldChg chg="addSp delSp modSp mod modNotesTx">
        <pc:chgData name="ADIB Allahham" userId="97605edd-f46c-4e29-aebb-39d3a79c5ffe" providerId="ADAL" clId="{F366E7D3-C0FD-4AD1-9C02-B324081124B2}" dt="2026-03-03T10:33:06.437" v="9913" actId="6549"/>
        <pc:sldMkLst>
          <pc:docMk/>
          <pc:sldMk cId="530693427" sldId="467"/>
        </pc:sldMkLst>
        <pc:spChg chg="mod">
          <ac:chgData name="ADIB Allahham" userId="97605edd-f46c-4e29-aebb-39d3a79c5ffe" providerId="ADAL" clId="{F366E7D3-C0FD-4AD1-9C02-B324081124B2}" dt="2026-03-02T10:04:46.461" v="7956" actId="14100"/>
          <ac:spMkLst>
            <pc:docMk/>
            <pc:sldMk cId="530693427" sldId="467"/>
            <ac:spMk id="2" creationId="{0BE0738B-078F-92DF-7E34-7C0B4E89043C}"/>
          </ac:spMkLst>
        </pc:spChg>
        <pc:spChg chg="add mod">
          <ac:chgData name="ADIB Allahham" userId="97605edd-f46c-4e29-aebb-39d3a79c5ffe" providerId="ADAL" clId="{F366E7D3-C0FD-4AD1-9C02-B324081124B2}" dt="2026-03-02T13:39:09.881" v="9343" actId="20577"/>
          <ac:spMkLst>
            <pc:docMk/>
            <pc:sldMk cId="530693427" sldId="467"/>
            <ac:spMk id="3" creationId="{EC29F31C-F255-19E9-763C-2237EE3064AA}"/>
          </ac:spMkLst>
        </pc:spChg>
        <pc:spChg chg="mod">
          <ac:chgData name="ADIB Allahham" userId="97605edd-f46c-4e29-aebb-39d3a79c5ffe" providerId="ADAL" clId="{F366E7D3-C0FD-4AD1-9C02-B324081124B2}" dt="2026-03-02T10:04:43.965" v="7955" actId="14100"/>
          <ac:spMkLst>
            <pc:docMk/>
            <pc:sldMk cId="530693427" sldId="467"/>
            <ac:spMk id="9" creationId="{8D71C23E-475F-1728-11B3-44B7D066517D}"/>
          </ac:spMkLst>
        </pc:spChg>
      </pc:sldChg>
      <pc:sldChg chg="addSp modSp mod modNotesTx">
        <pc:chgData name="ADIB Allahham" userId="97605edd-f46c-4e29-aebb-39d3a79c5ffe" providerId="ADAL" clId="{F366E7D3-C0FD-4AD1-9C02-B324081124B2}" dt="2026-03-03T10:33:10.392" v="9914" actId="6549"/>
        <pc:sldMkLst>
          <pc:docMk/>
          <pc:sldMk cId="1438229206" sldId="468"/>
        </pc:sldMkLst>
        <pc:spChg chg="mod">
          <ac:chgData name="ADIB Allahham" userId="97605edd-f46c-4e29-aebb-39d3a79c5ffe" providerId="ADAL" clId="{F366E7D3-C0FD-4AD1-9C02-B324081124B2}" dt="2026-02-26T14:17:37.418" v="2360" actId="1076"/>
          <ac:spMkLst>
            <pc:docMk/>
            <pc:sldMk cId="1438229206" sldId="468"/>
            <ac:spMk id="6" creationId="{D8BF6CC2-64A8-3DA0-934C-0E1882DCA60D}"/>
          </ac:spMkLst>
        </pc:spChg>
        <pc:picChg chg="add mod">
          <ac:chgData name="ADIB Allahham" userId="97605edd-f46c-4e29-aebb-39d3a79c5ffe" providerId="ADAL" clId="{F366E7D3-C0FD-4AD1-9C02-B324081124B2}" dt="2026-02-26T14:17:41.414" v="2361" actId="1076"/>
          <ac:picMkLst>
            <pc:docMk/>
            <pc:sldMk cId="1438229206" sldId="468"/>
            <ac:picMk id="3" creationId="{403C2A0D-E994-6024-8F93-A86E22A6FC6E}"/>
          </ac:picMkLst>
        </pc:picChg>
      </pc:sldChg>
      <pc:sldChg chg="addSp delSp modSp mod">
        <pc:chgData name="ADIB Allahham" userId="97605edd-f46c-4e29-aebb-39d3a79c5ffe" providerId="ADAL" clId="{F366E7D3-C0FD-4AD1-9C02-B324081124B2}" dt="2026-02-27T12:08:41.809" v="3517" actId="1076"/>
        <pc:sldMkLst>
          <pc:docMk/>
          <pc:sldMk cId="1764884984" sldId="469"/>
        </pc:sldMkLst>
        <pc:spChg chg="mod">
          <ac:chgData name="ADIB Allahham" userId="97605edd-f46c-4e29-aebb-39d3a79c5ffe" providerId="ADAL" clId="{F366E7D3-C0FD-4AD1-9C02-B324081124B2}" dt="2026-02-17T15:05:34.033" v="1871" actId="20577"/>
          <ac:spMkLst>
            <pc:docMk/>
            <pc:sldMk cId="1764884984" sldId="469"/>
            <ac:spMk id="36" creationId="{2BC7CD29-5A73-6B44-B87F-AC2202877C5B}"/>
          </ac:spMkLst>
        </pc:spChg>
        <pc:picChg chg="add mod">
          <ac:chgData name="ADIB Allahham" userId="97605edd-f46c-4e29-aebb-39d3a79c5ffe" providerId="ADAL" clId="{F366E7D3-C0FD-4AD1-9C02-B324081124B2}" dt="2026-02-17T15:05:38.416" v="1872" actId="1076"/>
          <ac:picMkLst>
            <pc:docMk/>
            <pc:sldMk cId="1764884984" sldId="469"/>
            <ac:picMk id="2" creationId="{1493718E-F012-7F32-4190-D754368270C5}"/>
          </ac:picMkLst>
        </pc:picChg>
        <pc:picChg chg="add mod">
          <ac:chgData name="ADIB Allahham" userId="97605edd-f46c-4e29-aebb-39d3a79c5ffe" providerId="ADAL" clId="{F366E7D3-C0FD-4AD1-9C02-B324081124B2}" dt="2026-02-27T12:08:41.809" v="3517" actId="1076"/>
          <ac:picMkLst>
            <pc:docMk/>
            <pc:sldMk cId="1764884984" sldId="469"/>
            <ac:picMk id="4" creationId="{2CA409C2-82E0-A39B-D29C-B934DD52B6B1}"/>
          </ac:picMkLst>
        </pc:picChg>
      </pc:sldChg>
      <pc:sldChg chg="delSp add mod">
        <pc:chgData name="ADIB Allahham" userId="97605edd-f46c-4e29-aebb-39d3a79c5ffe" providerId="ADAL" clId="{F366E7D3-C0FD-4AD1-9C02-B324081124B2}" dt="2026-02-17T13:35:59.110" v="1801" actId="478"/>
        <pc:sldMkLst>
          <pc:docMk/>
          <pc:sldMk cId="4064702302" sldId="473"/>
        </pc:sldMkLst>
      </pc:sldChg>
      <pc:sldChg chg="addSp modSp add mod modNotesTx">
        <pc:chgData name="ADIB Allahham" userId="97605edd-f46c-4e29-aebb-39d3a79c5ffe" providerId="ADAL" clId="{F366E7D3-C0FD-4AD1-9C02-B324081124B2}" dt="2026-03-03T10:34:24.293" v="9918" actId="6549"/>
        <pc:sldMkLst>
          <pc:docMk/>
          <pc:sldMk cId="3506223609" sldId="474"/>
        </pc:sldMkLst>
        <pc:spChg chg="mod">
          <ac:chgData name="ADIB Allahham" userId="97605edd-f46c-4e29-aebb-39d3a79c5ffe" providerId="ADAL" clId="{F366E7D3-C0FD-4AD1-9C02-B324081124B2}" dt="2026-02-26T13:43:44.276" v="2336" actId="1076"/>
          <ac:spMkLst>
            <pc:docMk/>
            <pc:sldMk cId="3506223609" sldId="474"/>
            <ac:spMk id="6" creationId="{2E257086-9B86-0F36-F40B-7B93942E3463}"/>
          </ac:spMkLst>
        </pc:spChg>
        <pc:picChg chg="add mod">
          <ac:chgData name="ADIB Allahham" userId="97605edd-f46c-4e29-aebb-39d3a79c5ffe" providerId="ADAL" clId="{F366E7D3-C0FD-4AD1-9C02-B324081124B2}" dt="2026-02-26T13:43:30.133" v="2334" actId="1076"/>
          <ac:picMkLst>
            <pc:docMk/>
            <pc:sldMk cId="3506223609" sldId="474"/>
            <ac:picMk id="3" creationId="{22560794-5186-301E-3D95-24CDA21BD661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4:53.217" v="9921" actId="6549"/>
        <pc:sldMkLst>
          <pc:docMk/>
          <pc:sldMk cId="2713783309" sldId="475"/>
        </pc:sldMkLst>
        <pc:spChg chg="add mod">
          <ac:chgData name="ADIB Allahham" userId="97605edd-f46c-4e29-aebb-39d3a79c5ffe" providerId="ADAL" clId="{F366E7D3-C0FD-4AD1-9C02-B324081124B2}" dt="2026-03-02T09:56:47.827" v="7913" actId="20577"/>
          <ac:spMkLst>
            <pc:docMk/>
            <pc:sldMk cId="2713783309" sldId="475"/>
            <ac:spMk id="3" creationId="{09C33978-33BE-2DA0-1132-A89AE321C50A}"/>
          </ac:spMkLst>
        </pc:spChg>
        <pc:spChg chg="mod">
          <ac:chgData name="ADIB Allahham" userId="97605edd-f46c-4e29-aebb-39d3a79c5ffe" providerId="ADAL" clId="{F366E7D3-C0FD-4AD1-9C02-B324081124B2}" dt="2026-02-28T16:43:21.150" v="5179"/>
          <ac:spMkLst>
            <pc:docMk/>
            <pc:sldMk cId="2713783309" sldId="475"/>
            <ac:spMk id="6" creationId="{FE441A52-2C83-ED1E-CA8F-B0DCAA311207}"/>
          </ac:spMkLst>
        </pc:spChg>
      </pc:sldChg>
      <pc:sldChg chg="addSp delSp modSp add mod modNotesTx">
        <pc:chgData name="ADIB Allahham" userId="97605edd-f46c-4e29-aebb-39d3a79c5ffe" providerId="ADAL" clId="{F366E7D3-C0FD-4AD1-9C02-B324081124B2}" dt="2026-03-03T10:34:49.313" v="9920" actId="6549"/>
        <pc:sldMkLst>
          <pc:docMk/>
          <pc:sldMk cId="459749823" sldId="476"/>
        </pc:sldMkLst>
        <pc:spChg chg="mod">
          <ac:chgData name="ADIB Allahham" userId="97605edd-f46c-4e29-aebb-39d3a79c5ffe" providerId="ADAL" clId="{F366E7D3-C0FD-4AD1-9C02-B324081124B2}" dt="2026-02-27T15:49:49.606" v="4263" actId="14100"/>
          <ac:spMkLst>
            <pc:docMk/>
            <pc:sldMk cId="459749823" sldId="476"/>
            <ac:spMk id="2" creationId="{EEC48B24-24CD-C955-5B63-0808B8C05FE4}"/>
          </ac:spMkLst>
        </pc:spChg>
        <pc:spChg chg="mod">
          <ac:chgData name="ADIB Allahham" userId="97605edd-f46c-4e29-aebb-39d3a79c5ffe" providerId="ADAL" clId="{F366E7D3-C0FD-4AD1-9C02-B324081124B2}" dt="2026-02-27T15:50:02.246" v="4305" actId="1036"/>
          <ac:spMkLst>
            <pc:docMk/>
            <pc:sldMk cId="459749823" sldId="476"/>
            <ac:spMk id="3" creationId="{5DA521CD-35BF-0B23-B97E-A0ECA1B35B2B}"/>
          </ac:spMkLst>
        </pc:spChg>
        <pc:spChg chg="mod">
          <ac:chgData name="ADIB Allahham" userId="97605edd-f46c-4e29-aebb-39d3a79c5ffe" providerId="ADAL" clId="{F366E7D3-C0FD-4AD1-9C02-B324081124B2}" dt="2026-02-27T15:40:10.343" v="3812" actId="14100"/>
          <ac:spMkLst>
            <pc:docMk/>
            <pc:sldMk cId="459749823" sldId="476"/>
            <ac:spMk id="4" creationId="{2244990E-AB70-B9E2-00B2-5D78A8534BD5}"/>
          </ac:spMkLst>
        </pc:spChg>
        <pc:spChg chg="mod">
          <ac:chgData name="ADIB Allahham" userId="97605edd-f46c-4e29-aebb-39d3a79c5ffe" providerId="ADAL" clId="{F366E7D3-C0FD-4AD1-9C02-B324081124B2}" dt="2026-02-27T15:42:45.256" v="3974" actId="1037"/>
          <ac:spMkLst>
            <pc:docMk/>
            <pc:sldMk cId="459749823" sldId="476"/>
            <ac:spMk id="7" creationId="{AD0FEECB-9F5F-7014-ACF7-D129184DF735}"/>
          </ac:spMkLst>
        </pc:spChg>
        <pc:spChg chg="mod">
          <ac:chgData name="ADIB Allahham" userId="97605edd-f46c-4e29-aebb-39d3a79c5ffe" providerId="ADAL" clId="{F366E7D3-C0FD-4AD1-9C02-B324081124B2}" dt="2026-02-27T15:42:45.256" v="3974" actId="1037"/>
          <ac:spMkLst>
            <pc:docMk/>
            <pc:sldMk cId="459749823" sldId="476"/>
            <ac:spMk id="8" creationId="{E90BC890-472C-79AD-266F-D2F00E4DC44F}"/>
          </ac:spMkLst>
        </pc:spChg>
        <pc:spChg chg="mod">
          <ac:chgData name="ADIB Allahham" userId="97605edd-f46c-4e29-aebb-39d3a79c5ffe" providerId="ADAL" clId="{F366E7D3-C0FD-4AD1-9C02-B324081124B2}" dt="2026-02-27T15:42:45.256" v="3974" actId="1037"/>
          <ac:spMkLst>
            <pc:docMk/>
            <pc:sldMk cId="459749823" sldId="476"/>
            <ac:spMk id="9" creationId="{5F2BC89D-14E6-E844-38DE-41F98F771318}"/>
          </ac:spMkLst>
        </pc:spChg>
        <pc:spChg chg="mod">
          <ac:chgData name="ADIB Allahham" userId="97605edd-f46c-4e29-aebb-39d3a79c5ffe" providerId="ADAL" clId="{F366E7D3-C0FD-4AD1-9C02-B324081124B2}" dt="2026-02-27T15:42:45.256" v="3974" actId="1037"/>
          <ac:spMkLst>
            <pc:docMk/>
            <pc:sldMk cId="459749823" sldId="476"/>
            <ac:spMk id="10" creationId="{AA9EEDEA-DCF4-C490-1C33-D9F757A45A99}"/>
          </ac:spMkLst>
        </pc:spChg>
        <pc:spChg chg="mod">
          <ac:chgData name="ADIB Allahham" userId="97605edd-f46c-4e29-aebb-39d3a79c5ffe" providerId="ADAL" clId="{F366E7D3-C0FD-4AD1-9C02-B324081124B2}" dt="2026-02-27T15:58:34.687" v="4546" actId="1035"/>
          <ac:spMkLst>
            <pc:docMk/>
            <pc:sldMk cId="459749823" sldId="476"/>
            <ac:spMk id="11" creationId="{912BF8A4-81CB-CD75-F317-2C05EF71D48C}"/>
          </ac:spMkLst>
        </pc:spChg>
        <pc:spChg chg="mod">
          <ac:chgData name="ADIB Allahham" userId="97605edd-f46c-4e29-aebb-39d3a79c5ffe" providerId="ADAL" clId="{F366E7D3-C0FD-4AD1-9C02-B324081124B2}" dt="2026-02-27T15:49:32.232" v="4229" actId="1035"/>
          <ac:spMkLst>
            <pc:docMk/>
            <pc:sldMk cId="459749823" sldId="476"/>
            <ac:spMk id="12" creationId="{0409E316-5D82-B657-69E8-BB8F8E6AF287}"/>
          </ac:spMkLst>
        </pc:spChg>
        <pc:spChg chg="mod">
          <ac:chgData name="ADIB Allahham" userId="97605edd-f46c-4e29-aebb-39d3a79c5ffe" providerId="ADAL" clId="{F366E7D3-C0FD-4AD1-9C02-B324081124B2}" dt="2026-02-27T15:58:34.687" v="4546" actId="1035"/>
          <ac:spMkLst>
            <pc:docMk/>
            <pc:sldMk cId="459749823" sldId="476"/>
            <ac:spMk id="13" creationId="{4351926B-6F63-A12B-36D0-E23B0818F86E}"/>
          </ac:spMkLst>
        </pc:spChg>
        <pc:spChg chg="mod">
          <ac:chgData name="ADIB Allahham" userId="97605edd-f46c-4e29-aebb-39d3a79c5ffe" providerId="ADAL" clId="{F366E7D3-C0FD-4AD1-9C02-B324081124B2}" dt="2026-02-27T15:58:34.687" v="4546" actId="1035"/>
          <ac:spMkLst>
            <pc:docMk/>
            <pc:sldMk cId="459749823" sldId="476"/>
            <ac:spMk id="14" creationId="{375A92B4-E545-E152-A15E-B66168FD13F8}"/>
          </ac:spMkLst>
        </pc:spChg>
        <pc:spChg chg="mod">
          <ac:chgData name="ADIB Allahham" userId="97605edd-f46c-4e29-aebb-39d3a79c5ffe" providerId="ADAL" clId="{F366E7D3-C0FD-4AD1-9C02-B324081124B2}" dt="2026-02-27T15:58:48.321" v="4551" actId="1035"/>
          <ac:spMkLst>
            <pc:docMk/>
            <pc:sldMk cId="459749823" sldId="476"/>
            <ac:spMk id="15" creationId="{AE1D32EE-2AD3-5F59-FBFA-25E12DA8AA55}"/>
          </ac:spMkLst>
        </pc:spChg>
        <pc:spChg chg="mod">
          <ac:chgData name="ADIB Allahham" userId="97605edd-f46c-4e29-aebb-39d3a79c5ffe" providerId="ADAL" clId="{F366E7D3-C0FD-4AD1-9C02-B324081124B2}" dt="2026-02-27T15:58:48.321" v="4551" actId="1035"/>
          <ac:spMkLst>
            <pc:docMk/>
            <pc:sldMk cId="459749823" sldId="476"/>
            <ac:spMk id="16" creationId="{B6879D09-D318-5B10-7506-C5543744AA89}"/>
          </ac:spMkLst>
        </pc:spChg>
        <pc:spChg chg="mod">
          <ac:chgData name="ADIB Allahham" userId="97605edd-f46c-4e29-aebb-39d3a79c5ffe" providerId="ADAL" clId="{F366E7D3-C0FD-4AD1-9C02-B324081124B2}" dt="2026-02-27T15:58:57.173" v="4561" actId="1035"/>
          <ac:spMkLst>
            <pc:docMk/>
            <pc:sldMk cId="459749823" sldId="476"/>
            <ac:spMk id="18" creationId="{654F6BC8-C3B8-76D6-8A56-A46368B070D4}"/>
          </ac:spMkLst>
        </pc:spChg>
        <pc:spChg chg="mod">
          <ac:chgData name="ADIB Allahham" userId="97605edd-f46c-4e29-aebb-39d3a79c5ffe" providerId="ADAL" clId="{F366E7D3-C0FD-4AD1-9C02-B324081124B2}" dt="2026-02-27T15:59:10.415" v="4566" actId="1036"/>
          <ac:spMkLst>
            <pc:docMk/>
            <pc:sldMk cId="459749823" sldId="476"/>
            <ac:spMk id="19" creationId="{DEAACCDE-E049-024C-7F8E-F7ABA33E7D0E}"/>
          </ac:spMkLst>
        </pc:spChg>
        <pc:spChg chg="mod">
          <ac:chgData name="ADIB Allahham" userId="97605edd-f46c-4e29-aebb-39d3a79c5ffe" providerId="ADAL" clId="{F366E7D3-C0FD-4AD1-9C02-B324081124B2}" dt="2026-02-27T15:50:30.452" v="4324" actId="14100"/>
          <ac:spMkLst>
            <pc:docMk/>
            <pc:sldMk cId="459749823" sldId="476"/>
            <ac:spMk id="21" creationId="{DD486E22-E91F-9FF6-DB68-94C41CC5CB26}"/>
          </ac:spMkLst>
        </pc:spChg>
        <pc:spChg chg="mod">
          <ac:chgData name="ADIB Allahham" userId="97605edd-f46c-4e29-aebb-39d3a79c5ffe" providerId="ADAL" clId="{F366E7D3-C0FD-4AD1-9C02-B324081124B2}" dt="2026-02-27T15:58:34.687" v="4546" actId="1035"/>
          <ac:spMkLst>
            <pc:docMk/>
            <pc:sldMk cId="459749823" sldId="476"/>
            <ac:spMk id="22" creationId="{80876E91-A468-D471-6AC0-9988F72957A6}"/>
          </ac:spMkLst>
        </pc:spChg>
        <pc:spChg chg="mod">
          <ac:chgData name="ADIB Allahham" userId="97605edd-f46c-4e29-aebb-39d3a79c5ffe" providerId="ADAL" clId="{F366E7D3-C0FD-4AD1-9C02-B324081124B2}" dt="2026-02-27T15:58:34.687" v="4546" actId="1035"/>
          <ac:spMkLst>
            <pc:docMk/>
            <pc:sldMk cId="459749823" sldId="476"/>
            <ac:spMk id="23" creationId="{9279CEEE-42A9-BF91-5E12-DECA5DA08410}"/>
          </ac:spMkLst>
        </pc:spChg>
        <pc:spChg chg="mod">
          <ac:chgData name="ADIB Allahham" userId="97605edd-f46c-4e29-aebb-39d3a79c5ffe" providerId="ADAL" clId="{F366E7D3-C0FD-4AD1-9C02-B324081124B2}" dt="2026-02-27T16:00:21.680" v="4595" actId="1036"/>
          <ac:spMkLst>
            <pc:docMk/>
            <pc:sldMk cId="459749823" sldId="476"/>
            <ac:spMk id="24" creationId="{986002CB-16FF-FDC2-53F4-FD5B7C9FF512}"/>
          </ac:spMkLst>
        </pc:spChg>
        <pc:spChg chg="mod">
          <ac:chgData name="ADIB Allahham" userId="97605edd-f46c-4e29-aebb-39d3a79c5ffe" providerId="ADAL" clId="{F366E7D3-C0FD-4AD1-9C02-B324081124B2}" dt="2026-02-27T16:00:13.076" v="4589" actId="1035"/>
          <ac:spMkLst>
            <pc:docMk/>
            <pc:sldMk cId="459749823" sldId="476"/>
            <ac:spMk id="25" creationId="{BC2CC91B-4636-BBCF-4CD2-334E7AC95CAE}"/>
          </ac:spMkLst>
        </pc:spChg>
        <pc:spChg chg="mod">
          <ac:chgData name="ADIB Allahham" userId="97605edd-f46c-4e29-aebb-39d3a79c5ffe" providerId="ADAL" clId="{F366E7D3-C0FD-4AD1-9C02-B324081124B2}" dt="2026-02-27T16:00:13.076" v="4589" actId="1035"/>
          <ac:spMkLst>
            <pc:docMk/>
            <pc:sldMk cId="459749823" sldId="476"/>
            <ac:spMk id="26" creationId="{2201AB58-1993-A5CF-C8A3-1BBFF11424E9}"/>
          </ac:spMkLst>
        </pc:spChg>
        <pc:spChg chg="mod">
          <ac:chgData name="ADIB Allahham" userId="97605edd-f46c-4e29-aebb-39d3a79c5ffe" providerId="ADAL" clId="{F366E7D3-C0FD-4AD1-9C02-B324081124B2}" dt="2026-02-27T16:00:13.076" v="4589" actId="1035"/>
          <ac:spMkLst>
            <pc:docMk/>
            <pc:sldMk cId="459749823" sldId="476"/>
            <ac:spMk id="27" creationId="{A8EC5762-58BC-576B-7D1C-BAB964D0C41B}"/>
          </ac:spMkLst>
        </pc:spChg>
        <pc:spChg chg="mod">
          <ac:chgData name="ADIB Allahham" userId="97605edd-f46c-4e29-aebb-39d3a79c5ffe" providerId="ADAL" clId="{F366E7D3-C0FD-4AD1-9C02-B324081124B2}" dt="2026-02-27T16:00:13.076" v="4589" actId="1035"/>
          <ac:spMkLst>
            <pc:docMk/>
            <pc:sldMk cId="459749823" sldId="476"/>
            <ac:spMk id="28" creationId="{25A65AF8-2C24-EF87-6E09-F4226C65D17C}"/>
          </ac:spMkLst>
        </pc:spChg>
        <pc:spChg chg="mod">
          <ac:chgData name="ADIB Allahham" userId="97605edd-f46c-4e29-aebb-39d3a79c5ffe" providerId="ADAL" clId="{F366E7D3-C0FD-4AD1-9C02-B324081124B2}" dt="2026-02-27T16:00:13.076" v="4589" actId="1035"/>
          <ac:spMkLst>
            <pc:docMk/>
            <pc:sldMk cId="459749823" sldId="476"/>
            <ac:spMk id="29" creationId="{E5A6C085-9857-68B9-6893-58401D46DABC}"/>
          </ac:spMkLst>
        </pc:spChg>
        <pc:spChg chg="add mod">
          <ac:chgData name="ADIB Allahham" userId="97605edd-f46c-4e29-aebb-39d3a79c5ffe" providerId="ADAL" clId="{F366E7D3-C0FD-4AD1-9C02-B324081124B2}" dt="2026-02-27T15:42:45.256" v="3974" actId="1037"/>
          <ac:spMkLst>
            <pc:docMk/>
            <pc:sldMk cId="459749823" sldId="476"/>
            <ac:spMk id="30" creationId="{9DF2B414-B07F-D279-A0A1-B1EACE96D036}"/>
          </ac:spMkLst>
        </pc:spChg>
        <pc:spChg chg="add mod">
          <ac:chgData name="ADIB Allahham" userId="97605edd-f46c-4e29-aebb-39d3a79c5ffe" providerId="ADAL" clId="{F366E7D3-C0FD-4AD1-9C02-B324081124B2}" dt="2026-02-27T15:49:32.232" v="4229" actId="1035"/>
          <ac:spMkLst>
            <pc:docMk/>
            <pc:sldMk cId="459749823" sldId="476"/>
            <ac:spMk id="32" creationId="{D2C48AFF-F463-4822-66E5-73FFB1DBF370}"/>
          </ac:spMkLst>
        </pc:spChg>
        <pc:spChg chg="mod">
          <ac:chgData name="ADIB Allahham" userId="97605edd-f46c-4e29-aebb-39d3a79c5ffe" providerId="ADAL" clId="{F366E7D3-C0FD-4AD1-9C02-B324081124B2}" dt="2026-02-27T15:49:57.544" v="4293" actId="14100"/>
          <ac:spMkLst>
            <pc:docMk/>
            <pc:sldMk cId="459749823" sldId="476"/>
            <ac:spMk id="33" creationId="{54D8B963-62FF-36E8-5456-3A00A529CE5B}"/>
          </ac:spMkLst>
        </pc:spChg>
        <pc:spChg chg="add mod">
          <ac:chgData name="ADIB Allahham" userId="97605edd-f46c-4e29-aebb-39d3a79c5ffe" providerId="ADAL" clId="{F366E7D3-C0FD-4AD1-9C02-B324081124B2}" dt="2026-02-27T15:59:45.305" v="4572" actId="1076"/>
          <ac:spMkLst>
            <pc:docMk/>
            <pc:sldMk cId="459749823" sldId="476"/>
            <ac:spMk id="34" creationId="{AE8D627C-FDA9-AE4E-BB86-62E8E6F212D0}"/>
          </ac:spMkLst>
        </pc:spChg>
      </pc:sldChg>
      <pc:sldChg chg="delSp modSp add mod">
        <pc:chgData name="ADIB Allahham" userId="97605edd-f46c-4e29-aebb-39d3a79c5ffe" providerId="ADAL" clId="{F366E7D3-C0FD-4AD1-9C02-B324081124B2}" dt="2026-02-27T04:28:31.345" v="2909" actId="1037"/>
        <pc:sldMkLst>
          <pc:docMk/>
          <pc:sldMk cId="2168330759" sldId="477"/>
        </pc:sldMkLst>
        <pc:spChg chg="mod">
          <ac:chgData name="ADIB Allahham" userId="97605edd-f46c-4e29-aebb-39d3a79c5ffe" providerId="ADAL" clId="{F366E7D3-C0FD-4AD1-9C02-B324081124B2}" dt="2026-02-27T04:04:12.385" v="2685"/>
          <ac:spMkLst>
            <pc:docMk/>
            <pc:sldMk cId="2168330759" sldId="477"/>
            <ac:spMk id="6" creationId="{50934055-5168-CAB0-B6CC-A5ED7B7F22E3}"/>
          </ac:spMkLst>
        </pc:spChg>
        <pc:picChg chg="mod">
          <ac:chgData name="ADIB Allahham" userId="97605edd-f46c-4e29-aebb-39d3a79c5ffe" providerId="ADAL" clId="{F366E7D3-C0FD-4AD1-9C02-B324081124B2}" dt="2026-02-27T04:28:31.345" v="2909" actId="1037"/>
          <ac:picMkLst>
            <pc:docMk/>
            <pc:sldMk cId="2168330759" sldId="477"/>
            <ac:picMk id="3" creationId="{F0F56173-0C70-9FA1-962E-28DE5E931CD0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2:53.971" v="9910" actId="6549"/>
        <pc:sldMkLst>
          <pc:docMk/>
          <pc:sldMk cId="3251027033" sldId="478"/>
        </pc:sldMkLst>
        <pc:spChg chg="add mod">
          <ac:chgData name="ADIB Allahham" userId="97605edd-f46c-4e29-aebb-39d3a79c5ffe" providerId="ADAL" clId="{F366E7D3-C0FD-4AD1-9C02-B324081124B2}" dt="2026-03-02T13:50:03.148" v="9648" actId="1076"/>
          <ac:spMkLst>
            <pc:docMk/>
            <pc:sldMk cId="3251027033" sldId="478"/>
            <ac:spMk id="14" creationId="{401FCF27-645A-7035-3E4C-4F2F267DCF49}"/>
          </ac:spMkLst>
        </pc:spChg>
        <pc:picChg chg="add del mod">
          <ac:chgData name="ADIB Allahham" userId="97605edd-f46c-4e29-aebb-39d3a79c5ffe" providerId="ADAL" clId="{F366E7D3-C0FD-4AD1-9C02-B324081124B2}" dt="2026-03-02T09:36:47.582" v="7884" actId="478"/>
          <ac:picMkLst>
            <pc:docMk/>
            <pc:sldMk cId="3251027033" sldId="478"/>
            <ac:picMk id="3" creationId="{3A7126B3-5EDF-6F04-23BD-63563992D7FF}"/>
          </ac:picMkLst>
        </pc:picChg>
        <pc:picChg chg="add del mod">
          <ac:chgData name="ADIB Allahham" userId="97605edd-f46c-4e29-aebb-39d3a79c5ffe" providerId="ADAL" clId="{F366E7D3-C0FD-4AD1-9C02-B324081124B2}" dt="2026-03-02T13:47:13.296" v="9553" actId="478"/>
          <ac:picMkLst>
            <pc:docMk/>
            <pc:sldMk cId="3251027033" sldId="478"/>
            <ac:picMk id="4" creationId="{D53AC0DD-702C-1D98-7954-6D9EB4EB6CB6}"/>
          </ac:picMkLst>
        </pc:picChg>
        <pc:picChg chg="add del">
          <ac:chgData name="ADIB Allahham" userId="97605edd-f46c-4e29-aebb-39d3a79c5ffe" providerId="ADAL" clId="{F366E7D3-C0FD-4AD1-9C02-B324081124B2}" dt="2026-03-02T13:47:16.717" v="9555" actId="22"/>
          <ac:picMkLst>
            <pc:docMk/>
            <pc:sldMk cId="3251027033" sldId="478"/>
            <ac:picMk id="7" creationId="{2F01A147-36D6-B3B0-015C-F55ED2E44D54}"/>
          </ac:picMkLst>
        </pc:picChg>
        <pc:picChg chg="add mod">
          <ac:chgData name="ADIB Allahham" userId="97605edd-f46c-4e29-aebb-39d3a79c5ffe" providerId="ADAL" clId="{F366E7D3-C0FD-4AD1-9C02-B324081124B2}" dt="2026-03-02T13:47:52.074" v="9557" actId="1076"/>
          <ac:picMkLst>
            <pc:docMk/>
            <pc:sldMk cId="3251027033" sldId="478"/>
            <ac:picMk id="9" creationId="{2A365F4B-889B-B079-31BE-6DF239103D9D}"/>
          </ac:picMkLst>
        </pc:picChg>
        <pc:picChg chg="add mod">
          <ac:chgData name="ADIB Allahham" userId="97605edd-f46c-4e29-aebb-39d3a79c5ffe" providerId="ADAL" clId="{F366E7D3-C0FD-4AD1-9C02-B324081124B2}" dt="2026-03-02T13:48:15.056" v="9559" actId="1076"/>
          <ac:picMkLst>
            <pc:docMk/>
            <pc:sldMk cId="3251027033" sldId="478"/>
            <ac:picMk id="11" creationId="{F1AD7722-7B69-36E1-834A-1BAD4421E4A2}"/>
          </ac:picMkLst>
        </pc:picChg>
        <pc:picChg chg="add del mod">
          <ac:chgData name="ADIB Allahham" userId="97605edd-f46c-4e29-aebb-39d3a79c5ffe" providerId="ADAL" clId="{F366E7D3-C0FD-4AD1-9C02-B324081124B2}" dt="2026-03-02T13:49:54.381" v="9646" actId="478"/>
          <ac:picMkLst>
            <pc:docMk/>
            <pc:sldMk cId="3251027033" sldId="478"/>
            <ac:picMk id="13" creationId="{1AAEB68F-523F-1133-EDA6-FCC81417776A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3:24.416" v="9915" actId="6549"/>
        <pc:sldMkLst>
          <pc:docMk/>
          <pc:sldMk cId="4114172720" sldId="479"/>
        </pc:sldMkLst>
        <pc:spChg chg="mod">
          <ac:chgData name="ADIB Allahham" userId="97605edd-f46c-4e29-aebb-39d3a79c5ffe" providerId="ADAL" clId="{F366E7D3-C0FD-4AD1-9C02-B324081124B2}" dt="2026-02-27T04:04:45.180" v="2701" actId="20577"/>
          <ac:spMkLst>
            <pc:docMk/>
            <pc:sldMk cId="4114172720" sldId="479"/>
            <ac:spMk id="6" creationId="{C1F09753-0412-A227-1463-4C9304B73D32}"/>
          </ac:spMkLst>
        </pc:spChg>
        <pc:spChg chg="add mod">
          <ac:chgData name="ADIB Allahham" userId="97605edd-f46c-4e29-aebb-39d3a79c5ffe" providerId="ADAL" clId="{F366E7D3-C0FD-4AD1-9C02-B324081124B2}" dt="2026-02-27T12:21:56.850" v="3686" actId="20577"/>
          <ac:spMkLst>
            <pc:docMk/>
            <pc:sldMk cId="4114172720" sldId="479"/>
            <ac:spMk id="9" creationId="{3B51E1BC-4271-C5D9-3861-F55F080FFEC3}"/>
          </ac:spMkLst>
        </pc:spChg>
        <pc:picChg chg="add mod">
          <ac:chgData name="ADIB Allahham" userId="97605edd-f46c-4e29-aebb-39d3a79c5ffe" providerId="ADAL" clId="{F366E7D3-C0FD-4AD1-9C02-B324081124B2}" dt="2026-02-27T04:07:03.115" v="2725" actId="1076"/>
          <ac:picMkLst>
            <pc:docMk/>
            <pc:sldMk cId="4114172720" sldId="479"/>
            <ac:picMk id="4" creationId="{1D283ACF-DB1D-6F6F-4F1F-3DEC377DEF7C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4:14.524" v="9917" actId="6549"/>
        <pc:sldMkLst>
          <pc:docMk/>
          <pc:sldMk cId="798178434" sldId="480"/>
        </pc:sldMkLst>
        <pc:spChg chg="mod">
          <ac:chgData name="ADIB Allahham" userId="97605edd-f46c-4e29-aebb-39d3a79c5ffe" providerId="ADAL" clId="{F366E7D3-C0FD-4AD1-9C02-B324081124B2}" dt="2026-02-27T09:24:06.745" v="3138" actId="14100"/>
          <ac:spMkLst>
            <pc:docMk/>
            <pc:sldMk cId="798178434" sldId="480"/>
            <ac:spMk id="6" creationId="{FDCCC6B2-85E9-EC49-0CD2-841F12EE8873}"/>
          </ac:spMkLst>
        </pc:spChg>
        <pc:spChg chg="add mod">
          <ac:chgData name="ADIB Allahham" userId="97605edd-f46c-4e29-aebb-39d3a79c5ffe" providerId="ADAL" clId="{F366E7D3-C0FD-4AD1-9C02-B324081124B2}" dt="2026-02-27T09:34:14.315" v="3218" actId="20577"/>
          <ac:spMkLst>
            <pc:docMk/>
            <pc:sldMk cId="798178434" sldId="480"/>
            <ac:spMk id="7" creationId="{87D0E4C4-0EA4-5761-D4EE-C27FB8B64F08}"/>
          </ac:spMkLst>
        </pc:spChg>
        <pc:picChg chg="add mod">
          <ac:chgData name="ADIB Allahham" userId="97605edd-f46c-4e29-aebb-39d3a79c5ffe" providerId="ADAL" clId="{F366E7D3-C0FD-4AD1-9C02-B324081124B2}" dt="2026-02-27T09:24:45.735" v="3152" actId="1076"/>
          <ac:picMkLst>
            <pc:docMk/>
            <pc:sldMk cId="798178434" sldId="480"/>
            <ac:picMk id="4" creationId="{335E8784-BF08-DC03-5648-F74094466D8B}"/>
          </ac:picMkLst>
        </pc:picChg>
      </pc:sldChg>
      <pc:sldChg chg="addSp modSp add mod">
        <pc:chgData name="ADIB Allahham" userId="97605edd-f46c-4e29-aebb-39d3a79c5ffe" providerId="ADAL" clId="{F366E7D3-C0FD-4AD1-9C02-B324081124B2}" dt="2026-02-27T04:36:57.811" v="3039" actId="1076"/>
        <pc:sldMkLst>
          <pc:docMk/>
          <pc:sldMk cId="1863049003" sldId="481"/>
        </pc:sldMkLst>
        <pc:spChg chg="add mod">
          <ac:chgData name="ADIB Allahham" userId="97605edd-f46c-4e29-aebb-39d3a79c5ffe" providerId="ADAL" clId="{F366E7D3-C0FD-4AD1-9C02-B324081124B2}" dt="2026-02-27T04:36:35.060" v="3033" actId="1076"/>
          <ac:spMkLst>
            <pc:docMk/>
            <pc:sldMk cId="1863049003" sldId="481"/>
            <ac:spMk id="4" creationId="{214F1B15-A124-2BE7-9C02-53CC5102D437}"/>
          </ac:spMkLst>
        </pc:spChg>
        <pc:spChg chg="add mod">
          <ac:chgData name="ADIB Allahham" userId="97605edd-f46c-4e29-aebb-39d3a79c5ffe" providerId="ADAL" clId="{F366E7D3-C0FD-4AD1-9C02-B324081124B2}" dt="2026-02-27T04:36:57.811" v="3039" actId="1076"/>
          <ac:spMkLst>
            <pc:docMk/>
            <pc:sldMk cId="1863049003" sldId="481"/>
            <ac:spMk id="7" creationId="{3973D563-1923-B278-843F-950AF96EA203}"/>
          </ac:spMkLst>
        </pc:spChg>
        <pc:graphicFrameChg chg="mod">
          <ac:chgData name="ADIB Allahham" userId="97605edd-f46c-4e29-aebb-39d3a79c5ffe" providerId="ADAL" clId="{F366E7D3-C0FD-4AD1-9C02-B324081124B2}" dt="2026-02-27T04:36:31.448" v="3032" actId="1076"/>
          <ac:graphicFrameMkLst>
            <pc:docMk/>
            <pc:sldMk cId="1863049003" sldId="481"/>
            <ac:graphicFrameMk id="2" creationId="{FB78B9B8-1D97-65A2-9AF0-4CF500222984}"/>
          </ac:graphicFrameMkLst>
        </pc:graphicFrameChg>
      </pc:sldChg>
      <pc:sldChg chg="addSp delSp modSp add mod">
        <pc:chgData name="ADIB Allahham" userId="97605edd-f46c-4e29-aebb-39d3a79c5ffe" providerId="ADAL" clId="{F366E7D3-C0FD-4AD1-9C02-B324081124B2}" dt="2026-02-27T12:14:19.542" v="3537" actId="21"/>
        <pc:sldMkLst>
          <pc:docMk/>
          <pc:sldMk cId="2387498641" sldId="482"/>
        </pc:sldMkLst>
        <pc:spChg chg="mod">
          <ac:chgData name="ADIB Allahham" userId="97605edd-f46c-4e29-aebb-39d3a79c5ffe" providerId="ADAL" clId="{F366E7D3-C0FD-4AD1-9C02-B324081124B2}" dt="2026-02-27T09:37:43.259" v="3234"/>
          <ac:spMkLst>
            <pc:docMk/>
            <pc:sldMk cId="2387498641" sldId="482"/>
            <ac:spMk id="6" creationId="{FDE0A708-6BFF-4F76-33CA-04EEA0FE7D4A}"/>
          </ac:spMkLst>
        </pc:spChg>
        <pc:spChg chg="mod">
          <ac:chgData name="ADIB Allahham" userId="97605edd-f46c-4e29-aebb-39d3a79c5ffe" providerId="ADAL" clId="{F366E7D3-C0FD-4AD1-9C02-B324081124B2}" dt="2026-02-27T09:41:28.733" v="3309" actId="1037"/>
          <ac:spMkLst>
            <pc:docMk/>
            <pc:sldMk cId="2387498641" sldId="482"/>
            <ac:spMk id="7" creationId="{18E396ED-3A26-467E-F441-0B6F0ABDA9CE}"/>
          </ac:spMkLst>
        </pc:spChg>
        <pc:picChg chg="add mod">
          <ac:chgData name="ADIB Allahham" userId="97605edd-f46c-4e29-aebb-39d3a79c5ffe" providerId="ADAL" clId="{F366E7D3-C0FD-4AD1-9C02-B324081124B2}" dt="2026-02-27T09:38:20.789" v="3236" actId="1076"/>
          <ac:picMkLst>
            <pc:docMk/>
            <pc:sldMk cId="2387498641" sldId="482"/>
            <ac:picMk id="3" creationId="{CE07B199-D727-03E7-C9E8-4752A9DC8701}"/>
          </ac:picMkLst>
        </pc:picChg>
      </pc:sldChg>
      <pc:sldChg chg="addSp delSp modSp add mod">
        <pc:chgData name="ADIB Allahham" userId="97605edd-f46c-4e29-aebb-39d3a79c5ffe" providerId="ADAL" clId="{F366E7D3-C0FD-4AD1-9C02-B324081124B2}" dt="2026-03-02T09:55:15.823" v="7909" actId="113"/>
        <pc:sldMkLst>
          <pc:docMk/>
          <pc:sldMk cId="1485952745" sldId="483"/>
        </pc:sldMkLst>
        <pc:spChg chg="mod">
          <ac:chgData name="ADIB Allahham" userId="97605edd-f46c-4e29-aebb-39d3a79c5ffe" providerId="ADAL" clId="{F366E7D3-C0FD-4AD1-9C02-B324081124B2}" dt="2026-02-27T09:53:11.398" v="3326" actId="20577"/>
          <ac:spMkLst>
            <pc:docMk/>
            <pc:sldMk cId="1485952745" sldId="483"/>
            <ac:spMk id="6" creationId="{79219E65-34DA-ECD9-F791-F90ECFDBDF8B}"/>
          </ac:spMkLst>
        </pc:spChg>
        <pc:spChg chg="add mod">
          <ac:chgData name="ADIB Allahham" userId="97605edd-f46c-4e29-aebb-39d3a79c5ffe" providerId="ADAL" clId="{F366E7D3-C0FD-4AD1-9C02-B324081124B2}" dt="2026-03-02T09:55:15.823" v="7909" actId="113"/>
          <ac:spMkLst>
            <pc:docMk/>
            <pc:sldMk cId="1485952745" sldId="483"/>
            <ac:spMk id="12" creationId="{791EB434-ED73-E7E1-A431-CDD2F44C5D62}"/>
          </ac:spMkLst>
        </pc:spChg>
        <pc:picChg chg="add mod">
          <ac:chgData name="ADIB Allahham" userId="97605edd-f46c-4e29-aebb-39d3a79c5ffe" providerId="ADAL" clId="{F366E7D3-C0FD-4AD1-9C02-B324081124B2}" dt="2026-02-27T11:42:21.582" v="3464" actId="1035"/>
          <ac:picMkLst>
            <pc:docMk/>
            <pc:sldMk cId="1485952745" sldId="483"/>
            <ac:picMk id="4" creationId="{03845AB8-1AB6-71C9-1787-730CD47EEE2D}"/>
          </ac:picMkLst>
        </pc:picChg>
      </pc:sldChg>
      <pc:sldChg chg="addSp delSp modSp add mod">
        <pc:chgData name="ADIB Allahham" userId="97605edd-f46c-4e29-aebb-39d3a79c5ffe" providerId="ADAL" clId="{F366E7D3-C0FD-4AD1-9C02-B324081124B2}" dt="2026-02-27T12:16:03.085" v="3633" actId="207"/>
        <pc:sldMkLst>
          <pc:docMk/>
          <pc:sldMk cId="2163152227" sldId="484"/>
        </pc:sldMkLst>
        <pc:spChg chg="add mod">
          <ac:chgData name="ADIB Allahham" userId="97605edd-f46c-4e29-aebb-39d3a79c5ffe" providerId="ADAL" clId="{F366E7D3-C0FD-4AD1-9C02-B324081124B2}" dt="2026-02-27T12:16:03.085" v="3633" actId="207"/>
          <ac:spMkLst>
            <pc:docMk/>
            <pc:sldMk cId="2163152227" sldId="484"/>
            <ac:spMk id="3" creationId="{3B3C606B-CF88-D8B4-38FD-AF04BAAD8892}"/>
          </ac:spMkLst>
        </pc:spChg>
        <pc:spChg chg="mod">
          <ac:chgData name="ADIB Allahham" userId="97605edd-f46c-4e29-aebb-39d3a79c5ffe" providerId="ADAL" clId="{F366E7D3-C0FD-4AD1-9C02-B324081124B2}" dt="2026-02-27T12:13:58.965" v="3533" actId="20577"/>
          <ac:spMkLst>
            <pc:docMk/>
            <pc:sldMk cId="2163152227" sldId="484"/>
            <ac:spMk id="6" creationId="{71F0C552-FB05-9E97-7B81-6792B335B853}"/>
          </ac:spMkLst>
        </pc:spChg>
      </pc:sldChg>
      <pc:sldChg chg="addSp delSp modSp add mod modNotesTx">
        <pc:chgData name="ADIB Allahham" userId="97605edd-f46c-4e29-aebb-39d3a79c5ffe" providerId="ADAL" clId="{F366E7D3-C0FD-4AD1-9C02-B324081124B2}" dt="2026-03-02T13:11:08.336" v="9099" actId="6549"/>
        <pc:sldMkLst>
          <pc:docMk/>
          <pc:sldMk cId="1819123071" sldId="485"/>
        </pc:sldMkLst>
        <pc:spChg chg="mod">
          <ac:chgData name="ADIB Allahham" userId="97605edd-f46c-4e29-aebb-39d3a79c5ffe" providerId="ADAL" clId="{F366E7D3-C0FD-4AD1-9C02-B324081124B2}" dt="2026-02-27T15:53:42.663" v="4485"/>
          <ac:spMkLst>
            <pc:docMk/>
            <pc:sldMk cId="1819123071" sldId="485"/>
            <ac:spMk id="6" creationId="{EE5D92CD-21A3-C791-B9B7-79BF4DDC4756}"/>
          </ac:spMkLst>
        </pc:spChg>
        <pc:spChg chg="mod">
          <ac:chgData name="ADIB Allahham" userId="97605edd-f46c-4e29-aebb-39d3a79c5ffe" providerId="ADAL" clId="{F366E7D3-C0FD-4AD1-9C02-B324081124B2}" dt="2026-03-02T13:11:08.336" v="9099" actId="6549"/>
          <ac:spMkLst>
            <pc:docMk/>
            <pc:sldMk cId="1819123071" sldId="485"/>
            <ac:spMk id="8" creationId="{CCE8073E-1EE8-85B9-E9FE-11A89A4DFA9A}"/>
          </ac:spMkLst>
        </pc:spChg>
      </pc:sldChg>
      <pc:sldChg chg="addSp delSp modSp add mod modNotesTx">
        <pc:chgData name="ADIB Allahham" userId="97605edd-f46c-4e29-aebb-39d3a79c5ffe" providerId="ADAL" clId="{F366E7D3-C0FD-4AD1-9C02-B324081124B2}" dt="2026-03-03T10:34:59.692" v="9923" actId="6549"/>
        <pc:sldMkLst>
          <pc:docMk/>
          <pc:sldMk cId="3703899770" sldId="486"/>
        </pc:sldMkLst>
        <pc:spChg chg="mod">
          <ac:chgData name="ADIB Allahham" userId="97605edd-f46c-4e29-aebb-39d3a79c5ffe" providerId="ADAL" clId="{F366E7D3-C0FD-4AD1-9C02-B324081124B2}" dt="2026-03-01T14:57:03.776" v="5675" actId="20577"/>
          <ac:spMkLst>
            <pc:docMk/>
            <pc:sldMk cId="3703899770" sldId="486"/>
            <ac:spMk id="6" creationId="{C2F7867E-AF2B-F50C-341E-5C3792F99BB2}"/>
          </ac:spMkLst>
        </pc:spChg>
        <pc:spChg chg="add mod">
          <ac:chgData name="ADIB Allahham" userId="97605edd-f46c-4e29-aebb-39d3a79c5ffe" providerId="ADAL" clId="{F366E7D3-C0FD-4AD1-9C02-B324081124B2}" dt="2026-03-02T09:58:52.996" v="7918" actId="20577"/>
          <ac:spMkLst>
            <pc:docMk/>
            <pc:sldMk cId="3703899770" sldId="486"/>
            <ac:spMk id="40" creationId="{36029756-2099-E92D-B139-EB903FD14622}"/>
          </ac:spMkLst>
        </pc:spChg>
        <pc:graphicFrameChg chg="mod modGraphic">
          <ac:chgData name="ADIB Allahham" userId="97605edd-f46c-4e29-aebb-39d3a79c5ffe" providerId="ADAL" clId="{F366E7D3-C0FD-4AD1-9C02-B324081124B2}" dt="2026-03-01T15:30:47.711" v="6172" actId="1076"/>
          <ac:graphicFrameMkLst>
            <pc:docMk/>
            <pc:sldMk cId="3703899770" sldId="486"/>
            <ac:graphicFrameMk id="36" creationId="{B8D9E597-C397-F7D3-D79A-C22D65F52505}"/>
          </ac:graphicFrameMkLst>
        </pc:graphicFrameChg>
      </pc:sldChg>
      <pc:sldChg chg="addSp delSp modSp add mod modNotesTx">
        <pc:chgData name="ADIB Allahham" userId="97605edd-f46c-4e29-aebb-39d3a79c5ffe" providerId="ADAL" clId="{F366E7D3-C0FD-4AD1-9C02-B324081124B2}" dt="2026-03-03T10:33:27.671" v="9916" actId="6549"/>
        <pc:sldMkLst>
          <pc:docMk/>
          <pc:sldMk cId="2788701639" sldId="487"/>
        </pc:sldMkLst>
        <pc:spChg chg="add mod">
          <ac:chgData name="ADIB Allahham" userId="97605edd-f46c-4e29-aebb-39d3a79c5ffe" providerId="ADAL" clId="{F366E7D3-C0FD-4AD1-9C02-B324081124B2}" dt="2026-02-28T15:39:19.969" v="4688" actId="1036"/>
          <ac:spMkLst>
            <pc:docMk/>
            <pc:sldMk cId="2788701639" sldId="487"/>
            <ac:spMk id="3" creationId="{4566D326-C01C-FF18-AE12-FA12FB597ACA}"/>
          </ac:spMkLst>
        </pc:spChg>
        <pc:spChg chg="mod">
          <ac:chgData name="ADIB Allahham" userId="97605edd-f46c-4e29-aebb-39d3a79c5ffe" providerId="ADAL" clId="{F366E7D3-C0FD-4AD1-9C02-B324081124B2}" dt="2026-02-28T15:35:19.181" v="4636" actId="20577"/>
          <ac:spMkLst>
            <pc:docMk/>
            <pc:sldMk cId="2788701639" sldId="487"/>
            <ac:spMk id="6" creationId="{C24C3132-A5CC-87CF-0658-33E7613949A7}"/>
          </ac:spMkLst>
        </pc:spChg>
        <pc:spChg chg="add mod">
          <ac:chgData name="ADIB Allahham" userId="97605edd-f46c-4e29-aebb-39d3a79c5ffe" providerId="ADAL" clId="{F366E7D3-C0FD-4AD1-9C02-B324081124B2}" dt="2026-02-28T16:26:42.960" v="5047" actId="1037"/>
          <ac:spMkLst>
            <pc:docMk/>
            <pc:sldMk cId="2788701639" sldId="487"/>
            <ac:spMk id="7" creationId="{AA9AA44F-7E6B-B3BE-A521-8883F6CFD458}"/>
          </ac:spMkLst>
        </pc:spChg>
      </pc:sldChg>
      <pc:sldChg chg="addSp delSp modSp add mod modAnim">
        <pc:chgData name="ADIB Allahham" userId="97605edd-f46c-4e29-aebb-39d3a79c5ffe" providerId="ADAL" clId="{F366E7D3-C0FD-4AD1-9C02-B324081124B2}" dt="2026-02-28T16:41:43.655" v="5173" actId="20577"/>
        <pc:sldMkLst>
          <pc:docMk/>
          <pc:sldMk cId="615939895" sldId="488"/>
        </pc:sldMkLst>
        <pc:spChg chg="mod">
          <ac:chgData name="ADIB Allahham" userId="97605edd-f46c-4e29-aebb-39d3a79c5ffe" providerId="ADAL" clId="{F366E7D3-C0FD-4AD1-9C02-B324081124B2}" dt="2026-02-28T16:36:14.366" v="5107" actId="20577"/>
          <ac:spMkLst>
            <pc:docMk/>
            <pc:sldMk cId="615939895" sldId="488"/>
            <ac:spMk id="6" creationId="{45343095-F49E-0B38-8E81-C6B5C23804B2}"/>
          </ac:spMkLst>
        </pc:spChg>
        <pc:spChg chg="add mod">
          <ac:chgData name="ADIB Allahham" userId="97605edd-f46c-4e29-aebb-39d3a79c5ffe" providerId="ADAL" clId="{F366E7D3-C0FD-4AD1-9C02-B324081124B2}" dt="2026-02-28T16:38:57.602" v="5127" actId="1076"/>
          <ac:spMkLst>
            <pc:docMk/>
            <pc:sldMk cId="615939895" sldId="488"/>
            <ac:spMk id="36" creationId="{C4B1596C-7F03-CF51-2D0B-A4FFF887CACA}"/>
          </ac:spMkLst>
        </pc:spChg>
        <pc:spChg chg="add mod">
          <ac:chgData name="ADIB Allahham" userId="97605edd-f46c-4e29-aebb-39d3a79c5ffe" providerId="ADAL" clId="{F366E7D3-C0FD-4AD1-9C02-B324081124B2}" dt="2026-02-28T16:41:43.655" v="5173" actId="20577"/>
          <ac:spMkLst>
            <pc:docMk/>
            <pc:sldMk cId="615939895" sldId="488"/>
            <ac:spMk id="37" creationId="{595ACEA1-96F6-6302-3C4D-B2AB4B2628A9}"/>
          </ac:spMkLst>
        </pc:spChg>
        <pc:picChg chg="add mod">
          <ac:chgData name="ADIB Allahham" userId="97605edd-f46c-4e29-aebb-39d3a79c5ffe" providerId="ADAL" clId="{F366E7D3-C0FD-4AD1-9C02-B324081124B2}" dt="2026-02-28T16:36:59.014" v="5109" actId="1076"/>
          <ac:picMkLst>
            <pc:docMk/>
            <pc:sldMk cId="615939895" sldId="488"/>
            <ac:picMk id="17" creationId="{E25FC5B0-AE32-A83B-05A1-B5EF8D00CD8B}"/>
          </ac:picMkLst>
        </pc:picChg>
        <pc:picChg chg="add mod">
          <ac:chgData name="ADIB Allahham" userId="97605edd-f46c-4e29-aebb-39d3a79c5ffe" providerId="ADAL" clId="{F366E7D3-C0FD-4AD1-9C02-B324081124B2}" dt="2026-02-28T16:38:01.676" v="5112" actId="1076"/>
          <ac:picMkLst>
            <pc:docMk/>
            <pc:sldMk cId="615939895" sldId="488"/>
            <ac:picMk id="31" creationId="{16F80DFD-B0AA-2074-1DBA-D58B336D77A4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4:56.296" v="9922" actId="6549"/>
        <pc:sldMkLst>
          <pc:docMk/>
          <pc:sldMk cId="901732297" sldId="489"/>
        </pc:sldMkLst>
        <pc:spChg chg="mod">
          <ac:chgData name="ADIB Allahham" userId="97605edd-f46c-4e29-aebb-39d3a79c5ffe" providerId="ADAL" clId="{F366E7D3-C0FD-4AD1-9C02-B324081124B2}" dt="2026-02-28T20:26:06.740" v="5383" actId="14100"/>
          <ac:spMkLst>
            <pc:docMk/>
            <pc:sldMk cId="901732297" sldId="489"/>
            <ac:spMk id="2" creationId="{32EFB73B-2B7F-2B58-6488-5653361AF247}"/>
          </ac:spMkLst>
        </pc:spChg>
        <pc:spChg chg="add mod">
          <ac:chgData name="ADIB Allahham" userId="97605edd-f46c-4e29-aebb-39d3a79c5ffe" providerId="ADAL" clId="{F366E7D3-C0FD-4AD1-9C02-B324081124B2}" dt="2026-02-28T20:34:02.987" v="5647" actId="1038"/>
          <ac:spMkLst>
            <pc:docMk/>
            <pc:sldMk cId="901732297" sldId="489"/>
            <ac:spMk id="4" creationId="{B41532FB-8EF1-0634-AD5D-5E8333E4B797}"/>
          </ac:spMkLst>
        </pc:spChg>
        <pc:spChg chg="mod">
          <ac:chgData name="ADIB Allahham" userId="97605edd-f46c-4e29-aebb-39d3a79c5ffe" providerId="ADAL" clId="{F366E7D3-C0FD-4AD1-9C02-B324081124B2}" dt="2026-02-28T20:29:28.692" v="5456" actId="1035"/>
          <ac:spMkLst>
            <pc:docMk/>
            <pc:sldMk cId="901732297" sldId="489"/>
            <ac:spMk id="5" creationId="{5FBDF600-2E8C-C64A-021E-0CDBEF93B0C4}"/>
          </ac:spMkLst>
        </pc:spChg>
        <pc:spChg chg="mod">
          <ac:chgData name="ADIB Allahham" userId="97605edd-f46c-4e29-aebb-39d3a79c5ffe" providerId="ADAL" clId="{F366E7D3-C0FD-4AD1-9C02-B324081124B2}" dt="2026-02-28T20:18:47.829" v="5249" actId="255"/>
          <ac:spMkLst>
            <pc:docMk/>
            <pc:sldMk cId="901732297" sldId="489"/>
            <ac:spMk id="7" creationId="{C4C375DB-37BD-60D0-AC22-2CEB7F005BEE}"/>
          </ac:spMkLst>
        </pc:spChg>
        <pc:spChg chg="mod">
          <ac:chgData name="ADIB Allahham" userId="97605edd-f46c-4e29-aebb-39d3a79c5ffe" providerId="ADAL" clId="{F366E7D3-C0FD-4AD1-9C02-B324081124B2}" dt="2026-02-28T20:33:19.685" v="5564" actId="1037"/>
          <ac:spMkLst>
            <pc:docMk/>
            <pc:sldMk cId="901732297" sldId="489"/>
            <ac:spMk id="8" creationId="{15E6D023-1A35-D7C5-7C58-4EC03C7968C7}"/>
          </ac:spMkLst>
        </pc:spChg>
        <pc:spChg chg="add mod">
          <ac:chgData name="ADIB Allahham" userId="97605edd-f46c-4e29-aebb-39d3a79c5ffe" providerId="ADAL" clId="{F366E7D3-C0FD-4AD1-9C02-B324081124B2}" dt="2026-02-28T20:34:02.987" v="5647" actId="1038"/>
          <ac:spMkLst>
            <pc:docMk/>
            <pc:sldMk cId="901732297" sldId="489"/>
            <ac:spMk id="9" creationId="{02575A27-B893-419B-6BF6-6BEA1943DFB0}"/>
          </ac:spMkLst>
        </pc:spChg>
        <pc:spChg chg="mod">
          <ac:chgData name="ADIB Allahham" userId="97605edd-f46c-4e29-aebb-39d3a79c5ffe" providerId="ADAL" clId="{F366E7D3-C0FD-4AD1-9C02-B324081124B2}" dt="2026-02-28T20:29:34.353" v="5471" actId="1035"/>
          <ac:spMkLst>
            <pc:docMk/>
            <pc:sldMk cId="901732297" sldId="489"/>
            <ac:spMk id="10" creationId="{F7A84027-5224-D865-35D1-B16A82BB630A}"/>
          </ac:spMkLst>
        </pc:spChg>
        <pc:spChg chg="add mod">
          <ac:chgData name="ADIB Allahham" userId="97605edd-f46c-4e29-aebb-39d3a79c5ffe" providerId="ADAL" clId="{F366E7D3-C0FD-4AD1-9C02-B324081124B2}" dt="2026-02-28T20:34:02.987" v="5647" actId="1038"/>
          <ac:spMkLst>
            <pc:docMk/>
            <pc:sldMk cId="901732297" sldId="489"/>
            <ac:spMk id="11" creationId="{6F9A16DB-621C-3F35-4406-E429C5441D35}"/>
          </ac:spMkLst>
        </pc:spChg>
        <pc:spChg chg="add mod">
          <ac:chgData name="ADIB Allahham" userId="97605edd-f46c-4e29-aebb-39d3a79c5ffe" providerId="ADAL" clId="{F366E7D3-C0FD-4AD1-9C02-B324081124B2}" dt="2026-02-28T20:34:02.987" v="5647" actId="1038"/>
          <ac:spMkLst>
            <pc:docMk/>
            <pc:sldMk cId="901732297" sldId="489"/>
            <ac:spMk id="12" creationId="{A4A69959-6DE9-0DD4-2933-139F95B2C49B}"/>
          </ac:spMkLst>
        </pc:spChg>
        <pc:spChg chg="add mod">
          <ac:chgData name="ADIB Allahham" userId="97605edd-f46c-4e29-aebb-39d3a79c5ffe" providerId="ADAL" clId="{F366E7D3-C0FD-4AD1-9C02-B324081124B2}" dt="2026-02-28T20:34:02.987" v="5647" actId="1038"/>
          <ac:spMkLst>
            <pc:docMk/>
            <pc:sldMk cId="901732297" sldId="489"/>
            <ac:spMk id="13" creationId="{7D21DDD3-A011-4C59-E089-E4BB56A3376B}"/>
          </ac:spMkLst>
        </pc:spChg>
        <pc:spChg chg="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14" creationId="{6B9DEEF9-5C30-0601-41B3-114894125F87}"/>
          </ac:spMkLst>
        </pc:spChg>
        <pc:spChg chg="add 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15" creationId="{1368FEA0-D881-A108-8A8F-BB624A84C144}"/>
          </ac:spMkLst>
        </pc:spChg>
        <pc:spChg chg="add 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16" creationId="{7AE4FA96-C5BB-9CF9-4F09-B41BD7754035}"/>
          </ac:spMkLst>
        </pc:spChg>
        <pc:spChg chg="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17" creationId="{B7C4C256-9CE5-7CC0-CB6D-4E35F417F3C4}"/>
          </ac:spMkLst>
        </pc:spChg>
        <pc:spChg chg="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18" creationId="{95ACF22B-E45C-E893-0999-61E3655AEDB6}"/>
          </ac:spMkLst>
        </pc:spChg>
        <pc:spChg chg="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19" creationId="{24DF2648-B537-2075-BFAA-C0C554FBD88A}"/>
          </ac:spMkLst>
        </pc:spChg>
        <pc:spChg chg="add 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20" creationId="{4584A136-BF89-1078-08DE-3A12B95E4969}"/>
          </ac:spMkLst>
        </pc:spChg>
        <pc:spChg chg="add 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21" creationId="{C80F78B3-38CE-7E21-53D0-0C64C0BB88C7}"/>
          </ac:spMkLst>
        </pc:spChg>
        <pc:spChg chg="mod">
          <ac:chgData name="ADIB Allahham" userId="97605edd-f46c-4e29-aebb-39d3a79c5ffe" providerId="ADAL" clId="{F366E7D3-C0FD-4AD1-9C02-B324081124B2}" dt="2026-03-01T14:56:07.722" v="5667" actId="1035"/>
          <ac:spMkLst>
            <pc:docMk/>
            <pc:sldMk cId="901732297" sldId="489"/>
            <ac:spMk id="22" creationId="{C85CE2C6-7E13-44FA-9B35-0A0B2B6DDD6E}"/>
          </ac:spMkLst>
        </pc:spChg>
        <pc:spChg chg="add mod">
          <ac:chgData name="ADIB Allahham" userId="97605edd-f46c-4e29-aebb-39d3a79c5ffe" providerId="ADAL" clId="{F366E7D3-C0FD-4AD1-9C02-B324081124B2}" dt="2026-03-02T09:57:28.784" v="7917" actId="20577"/>
          <ac:spMkLst>
            <pc:docMk/>
            <pc:sldMk cId="901732297" sldId="489"/>
            <ac:spMk id="23" creationId="{A77658DC-CE05-C209-02D6-11B192356DA0}"/>
          </ac:spMkLst>
        </pc:spChg>
      </pc:sldChg>
      <pc:sldChg chg="addSp delSp modSp add mod modNotesTx">
        <pc:chgData name="ADIB Allahham" userId="97605edd-f46c-4e29-aebb-39d3a79c5ffe" providerId="ADAL" clId="{F366E7D3-C0FD-4AD1-9C02-B324081124B2}" dt="2026-03-03T10:35:02.969" v="9924" actId="6549"/>
        <pc:sldMkLst>
          <pc:docMk/>
          <pc:sldMk cId="3442679152" sldId="490"/>
        </pc:sldMkLst>
        <pc:spChg chg="mod">
          <ac:chgData name="ADIB Allahham" userId="97605edd-f46c-4e29-aebb-39d3a79c5ffe" providerId="ADAL" clId="{F366E7D3-C0FD-4AD1-9C02-B324081124B2}" dt="2026-03-01T15:32:05.579" v="6179"/>
          <ac:spMkLst>
            <pc:docMk/>
            <pc:sldMk cId="3442679152" sldId="490"/>
            <ac:spMk id="6" creationId="{3071FBE0-44FD-2257-A796-4A69619DCF68}"/>
          </ac:spMkLst>
        </pc:spChg>
        <pc:spChg chg="add mod">
          <ac:chgData name="ADIB Allahham" userId="97605edd-f46c-4e29-aebb-39d3a79c5ffe" providerId="ADAL" clId="{F366E7D3-C0FD-4AD1-9C02-B324081124B2}" dt="2026-03-01T15:41:45.490" v="6606" actId="164"/>
          <ac:spMkLst>
            <pc:docMk/>
            <pc:sldMk cId="3442679152" sldId="490"/>
            <ac:spMk id="57" creationId="{19BFB408-9D56-C904-A623-9A5135EBC17F}"/>
          </ac:spMkLst>
        </pc:spChg>
        <pc:spChg chg="add mod">
          <ac:chgData name="ADIB Allahham" userId="97605edd-f46c-4e29-aebb-39d3a79c5ffe" providerId="ADAL" clId="{F366E7D3-C0FD-4AD1-9C02-B324081124B2}" dt="2026-03-01T15:41:55.248" v="6611" actId="1037"/>
          <ac:spMkLst>
            <pc:docMk/>
            <pc:sldMk cId="3442679152" sldId="490"/>
            <ac:spMk id="58" creationId="{8BA10889-4DF5-5762-70FB-87488A5C4BBE}"/>
          </ac:spMkLst>
        </pc:spChg>
        <pc:spChg chg="add mod">
          <ac:chgData name="ADIB Allahham" userId="97605edd-f46c-4e29-aebb-39d3a79c5ffe" providerId="ADAL" clId="{F366E7D3-C0FD-4AD1-9C02-B324081124B2}" dt="2026-03-01T15:41:57.878" v="6614" actId="1036"/>
          <ac:spMkLst>
            <pc:docMk/>
            <pc:sldMk cId="3442679152" sldId="490"/>
            <ac:spMk id="59" creationId="{B6E2E2C4-6A63-3435-E008-DCD232BBE5A7}"/>
          </ac:spMkLst>
        </pc:spChg>
        <pc:spChg chg="add mod">
          <ac:chgData name="ADIB Allahham" userId="97605edd-f46c-4e29-aebb-39d3a79c5ffe" providerId="ADAL" clId="{F366E7D3-C0FD-4AD1-9C02-B324081124B2}" dt="2026-03-01T15:41:45.490" v="6606" actId="164"/>
          <ac:spMkLst>
            <pc:docMk/>
            <pc:sldMk cId="3442679152" sldId="490"/>
            <ac:spMk id="60" creationId="{BA0BE9F4-4064-3F8C-683F-3342F23E6D19}"/>
          </ac:spMkLst>
        </pc:spChg>
        <pc:spChg chg="add mod">
          <ac:chgData name="ADIB Allahham" userId="97605edd-f46c-4e29-aebb-39d3a79c5ffe" providerId="ADAL" clId="{F366E7D3-C0FD-4AD1-9C02-B324081124B2}" dt="2026-03-01T15:41:45.490" v="6606" actId="164"/>
          <ac:spMkLst>
            <pc:docMk/>
            <pc:sldMk cId="3442679152" sldId="490"/>
            <ac:spMk id="61" creationId="{5F8B69CC-A94D-0833-6E12-16242A136F9C}"/>
          </ac:spMkLst>
        </pc:spChg>
        <pc:spChg chg="add mod">
          <ac:chgData name="ADIB Allahham" userId="97605edd-f46c-4e29-aebb-39d3a79c5ffe" providerId="ADAL" clId="{F366E7D3-C0FD-4AD1-9C02-B324081124B2}" dt="2026-03-01T15:41:45.490" v="6606" actId="164"/>
          <ac:spMkLst>
            <pc:docMk/>
            <pc:sldMk cId="3442679152" sldId="490"/>
            <ac:spMk id="62" creationId="{6443CE5E-BF68-8D81-3B8D-87629DD69A95}"/>
          </ac:spMkLst>
        </pc:spChg>
        <pc:grpChg chg="add mod">
          <ac:chgData name="ADIB Allahham" userId="97605edd-f46c-4e29-aebb-39d3a79c5ffe" providerId="ADAL" clId="{F366E7D3-C0FD-4AD1-9C02-B324081124B2}" dt="2026-03-01T15:41:45.490" v="6606" actId="164"/>
          <ac:grpSpMkLst>
            <pc:docMk/>
            <pc:sldMk cId="3442679152" sldId="490"/>
            <ac:grpSpMk id="63" creationId="{C4FE7FB7-4DEB-BAAA-0B3B-A2B1E843964F}"/>
          </ac:grpSpMkLst>
        </pc:grpChg>
        <pc:picChg chg="add mod">
          <ac:chgData name="ADIB Allahham" userId="97605edd-f46c-4e29-aebb-39d3a79c5ffe" providerId="ADAL" clId="{F366E7D3-C0FD-4AD1-9C02-B324081124B2}" dt="2026-03-01T15:41:45.490" v="6606" actId="164"/>
          <ac:picMkLst>
            <pc:docMk/>
            <pc:sldMk cId="3442679152" sldId="490"/>
            <ac:picMk id="56" creationId="{C82308A8-ED5A-5A33-3833-00255828C606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5:05.907" v="9925" actId="6549"/>
        <pc:sldMkLst>
          <pc:docMk/>
          <pc:sldMk cId="631624665" sldId="491"/>
        </pc:sldMkLst>
        <pc:spChg chg="add mod">
          <ac:chgData name="ADIB Allahham" userId="97605edd-f46c-4e29-aebb-39d3a79c5ffe" providerId="ADAL" clId="{F366E7D3-C0FD-4AD1-9C02-B324081124B2}" dt="2026-03-01T15:52:36.750" v="6734" actId="1037"/>
          <ac:spMkLst>
            <pc:docMk/>
            <pc:sldMk cId="631624665" sldId="491"/>
            <ac:spMk id="5" creationId="{0406D770-8C18-07AD-41A0-A3878AFCD8CE}"/>
          </ac:spMkLst>
        </pc:spChg>
        <pc:spChg chg="mod">
          <ac:chgData name="ADIB Allahham" userId="97605edd-f46c-4e29-aebb-39d3a79c5ffe" providerId="ADAL" clId="{F366E7D3-C0FD-4AD1-9C02-B324081124B2}" dt="2026-03-01T15:43:19.029" v="6622"/>
          <ac:spMkLst>
            <pc:docMk/>
            <pc:sldMk cId="631624665" sldId="491"/>
            <ac:spMk id="6" creationId="{8ECD4D8E-0420-47B4-8CE9-64F72148F0F8}"/>
          </ac:spMkLst>
        </pc:spChg>
        <pc:spChg chg="add mod">
          <ac:chgData name="ADIB Allahham" userId="97605edd-f46c-4e29-aebb-39d3a79c5ffe" providerId="ADAL" clId="{F366E7D3-C0FD-4AD1-9C02-B324081124B2}" dt="2026-03-01T15:52:36.750" v="6734" actId="1037"/>
          <ac:spMkLst>
            <pc:docMk/>
            <pc:sldMk cId="631624665" sldId="491"/>
            <ac:spMk id="7" creationId="{8D5689E9-3BD2-0CD7-6DF6-AACFC086E400}"/>
          </ac:spMkLst>
        </pc:spChg>
        <pc:spChg chg="add mod">
          <ac:chgData name="ADIB Allahham" userId="97605edd-f46c-4e29-aebb-39d3a79c5ffe" providerId="ADAL" clId="{F366E7D3-C0FD-4AD1-9C02-B324081124B2}" dt="2026-03-01T15:53:03.994" v="6744" actId="1036"/>
          <ac:spMkLst>
            <pc:docMk/>
            <pc:sldMk cId="631624665" sldId="491"/>
            <ac:spMk id="8" creationId="{EE426B9F-1E0C-756C-E484-F5EC5A09A21C}"/>
          </ac:spMkLst>
        </pc:spChg>
        <pc:spChg chg="add mod">
          <ac:chgData name="ADIB Allahham" userId="97605edd-f46c-4e29-aebb-39d3a79c5ffe" providerId="ADAL" clId="{F366E7D3-C0FD-4AD1-9C02-B324081124B2}" dt="2026-03-01T15:53:10.549" v="6753" actId="1036"/>
          <ac:spMkLst>
            <pc:docMk/>
            <pc:sldMk cId="631624665" sldId="491"/>
            <ac:spMk id="9" creationId="{2B2951E5-A958-9E8A-942D-3237168BDA3A}"/>
          </ac:spMkLst>
        </pc:spChg>
        <pc:spChg chg="add mod">
          <ac:chgData name="ADIB Allahham" userId="97605edd-f46c-4e29-aebb-39d3a79c5ffe" providerId="ADAL" clId="{F366E7D3-C0FD-4AD1-9C02-B324081124B2}" dt="2026-03-01T15:53:14.617" v="6757" actId="1035"/>
          <ac:spMkLst>
            <pc:docMk/>
            <pc:sldMk cId="631624665" sldId="491"/>
            <ac:spMk id="10" creationId="{09914821-EA0E-A260-1912-DC570EDF2EB9}"/>
          </ac:spMkLst>
        </pc:spChg>
        <pc:spChg chg="add mod">
          <ac:chgData name="ADIB Allahham" userId="97605edd-f46c-4e29-aebb-39d3a79c5ffe" providerId="ADAL" clId="{F366E7D3-C0FD-4AD1-9C02-B324081124B2}" dt="2026-03-01T15:52:36.750" v="6734" actId="1037"/>
          <ac:spMkLst>
            <pc:docMk/>
            <pc:sldMk cId="631624665" sldId="491"/>
            <ac:spMk id="11" creationId="{6345CB4C-419F-FB37-D4E9-A952962FD3A8}"/>
          </ac:spMkLst>
        </pc:spChg>
        <pc:spChg chg="add mod">
          <ac:chgData name="ADIB Allahham" userId="97605edd-f46c-4e29-aebb-39d3a79c5ffe" providerId="ADAL" clId="{F366E7D3-C0FD-4AD1-9C02-B324081124B2}" dt="2026-03-01T15:52:36.750" v="6734" actId="1037"/>
          <ac:spMkLst>
            <pc:docMk/>
            <pc:sldMk cId="631624665" sldId="491"/>
            <ac:spMk id="12" creationId="{7519CDAF-54A0-4C38-38EC-5430A3996224}"/>
          </ac:spMkLst>
        </pc:spChg>
        <pc:spChg chg="add mod">
          <ac:chgData name="ADIB Allahham" userId="97605edd-f46c-4e29-aebb-39d3a79c5ffe" providerId="ADAL" clId="{F366E7D3-C0FD-4AD1-9C02-B324081124B2}" dt="2026-03-01T15:52:36.750" v="6734" actId="1037"/>
          <ac:spMkLst>
            <pc:docMk/>
            <pc:sldMk cId="631624665" sldId="491"/>
            <ac:spMk id="13" creationId="{28AB7D1D-376D-27B5-E53C-4AA4999BDF6E}"/>
          </ac:spMkLst>
        </pc:spChg>
        <pc:spChg chg="add mod">
          <ac:chgData name="ADIB Allahham" userId="97605edd-f46c-4e29-aebb-39d3a79c5ffe" providerId="ADAL" clId="{F366E7D3-C0FD-4AD1-9C02-B324081124B2}" dt="2026-03-01T15:53:20.880" v="6758" actId="1035"/>
          <ac:spMkLst>
            <pc:docMk/>
            <pc:sldMk cId="631624665" sldId="491"/>
            <ac:spMk id="14" creationId="{D5DF72BB-594B-2CD3-0AD6-5FACFB7039A8}"/>
          </ac:spMkLst>
        </pc:spChg>
        <pc:picChg chg="add mod">
          <ac:chgData name="ADIB Allahham" userId="97605edd-f46c-4e29-aebb-39d3a79c5ffe" providerId="ADAL" clId="{F366E7D3-C0FD-4AD1-9C02-B324081124B2}" dt="2026-03-01T15:45:47.815" v="6624" actId="1076"/>
          <ac:picMkLst>
            <pc:docMk/>
            <pc:sldMk cId="631624665" sldId="491"/>
            <ac:picMk id="3" creationId="{AC3B5085-39E9-3BB2-3959-02B8B61191F6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5:09.765" v="9926" actId="6549"/>
        <pc:sldMkLst>
          <pc:docMk/>
          <pc:sldMk cId="3462408780" sldId="492"/>
        </pc:sldMkLst>
        <pc:spChg chg="mod">
          <ac:chgData name="ADIB Allahham" userId="97605edd-f46c-4e29-aebb-39d3a79c5ffe" providerId="ADAL" clId="{F366E7D3-C0FD-4AD1-9C02-B324081124B2}" dt="2026-03-01T16:01:01.672" v="6766"/>
          <ac:spMkLst>
            <pc:docMk/>
            <pc:sldMk cId="3462408780" sldId="492"/>
            <ac:spMk id="6" creationId="{8D976558-8012-92D4-3DB6-5C18841F7F9E}"/>
          </ac:spMkLst>
        </pc:spChg>
        <pc:spChg chg="add mod">
          <ac:chgData name="ADIB Allahham" userId="97605edd-f46c-4e29-aebb-39d3a79c5ffe" providerId="ADAL" clId="{F366E7D3-C0FD-4AD1-9C02-B324081124B2}" dt="2026-03-01T16:07:48.509" v="6827" actId="1076"/>
          <ac:spMkLst>
            <pc:docMk/>
            <pc:sldMk cId="3462408780" sldId="492"/>
            <ac:spMk id="18" creationId="{2743D65F-EE09-4CA8-0969-ADD46378463B}"/>
          </ac:spMkLst>
        </pc:spChg>
        <pc:picChg chg="add mod">
          <ac:chgData name="ADIB Allahham" userId="97605edd-f46c-4e29-aebb-39d3a79c5ffe" providerId="ADAL" clId="{F366E7D3-C0FD-4AD1-9C02-B324081124B2}" dt="2026-03-01T16:07:34.945" v="6826" actId="1035"/>
          <ac:picMkLst>
            <pc:docMk/>
            <pc:sldMk cId="3462408780" sldId="492"/>
            <ac:picMk id="4" creationId="{90CB72C4-F739-E1D6-B907-61C71A9A68A7}"/>
          </ac:picMkLst>
        </pc:picChg>
        <pc:picChg chg="add mod">
          <ac:chgData name="ADIB Allahham" userId="97605edd-f46c-4e29-aebb-39d3a79c5ffe" providerId="ADAL" clId="{F366E7D3-C0FD-4AD1-9C02-B324081124B2}" dt="2026-03-01T16:07:29.342" v="6823" actId="1037"/>
          <ac:picMkLst>
            <pc:docMk/>
            <pc:sldMk cId="3462408780" sldId="492"/>
            <ac:picMk id="16" creationId="{18EC39A1-8D87-93C9-84D7-026A2B6258F2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5:12.820" v="9927" actId="6549"/>
        <pc:sldMkLst>
          <pc:docMk/>
          <pc:sldMk cId="1037987746" sldId="493"/>
        </pc:sldMkLst>
        <pc:spChg chg="mod">
          <ac:chgData name="ADIB Allahham" userId="97605edd-f46c-4e29-aebb-39d3a79c5ffe" providerId="ADAL" clId="{F366E7D3-C0FD-4AD1-9C02-B324081124B2}" dt="2026-03-01T16:11:11.840" v="6839"/>
          <ac:spMkLst>
            <pc:docMk/>
            <pc:sldMk cId="1037987746" sldId="493"/>
            <ac:spMk id="6" creationId="{9083C542-A47F-7FC2-208C-FFF33D0A6B59}"/>
          </ac:spMkLst>
        </pc:spChg>
        <pc:spChg chg="add mod">
          <ac:chgData name="ADIB Allahham" userId="97605edd-f46c-4e29-aebb-39d3a79c5ffe" providerId="ADAL" clId="{F366E7D3-C0FD-4AD1-9C02-B324081124B2}" dt="2026-03-01T16:13:19.396" v="6958" actId="1036"/>
          <ac:spMkLst>
            <pc:docMk/>
            <pc:sldMk cId="1037987746" sldId="493"/>
            <ac:spMk id="7" creationId="{97BF8E85-3F4E-FBBE-FF96-D5C1754F643B}"/>
          </ac:spMkLst>
        </pc:spChg>
        <pc:spChg chg="add mod">
          <ac:chgData name="ADIB Allahham" userId="97605edd-f46c-4e29-aebb-39d3a79c5ffe" providerId="ADAL" clId="{F366E7D3-C0FD-4AD1-9C02-B324081124B2}" dt="2026-03-01T16:15:59.565" v="6993" actId="1076"/>
          <ac:spMkLst>
            <pc:docMk/>
            <pc:sldMk cId="1037987746" sldId="493"/>
            <ac:spMk id="8" creationId="{A0084B74-35C0-AC86-442F-278F528DEFF9}"/>
          </ac:spMkLst>
        </pc:spChg>
        <pc:spChg chg="add mod">
          <ac:chgData name="ADIB Allahham" userId="97605edd-f46c-4e29-aebb-39d3a79c5ffe" providerId="ADAL" clId="{F366E7D3-C0FD-4AD1-9C02-B324081124B2}" dt="2026-03-01T16:18:50.422" v="7178" actId="14100"/>
          <ac:spMkLst>
            <pc:docMk/>
            <pc:sldMk cId="1037987746" sldId="493"/>
            <ac:spMk id="11" creationId="{8460F3B1-62CD-8FFD-900B-64B5295FA30B}"/>
          </ac:spMkLst>
        </pc:spChg>
        <pc:spChg chg="add mod">
          <ac:chgData name="ADIB Allahham" userId="97605edd-f46c-4e29-aebb-39d3a79c5ffe" providerId="ADAL" clId="{F366E7D3-C0FD-4AD1-9C02-B324081124B2}" dt="2026-03-01T16:19:02.206" v="7184" actId="1037"/>
          <ac:spMkLst>
            <pc:docMk/>
            <pc:sldMk cId="1037987746" sldId="493"/>
            <ac:spMk id="12" creationId="{C4903DE6-909C-BDCD-5751-92EAC445654E}"/>
          </ac:spMkLst>
        </pc:spChg>
        <pc:spChg chg="add mod">
          <ac:chgData name="ADIB Allahham" userId="97605edd-f46c-4e29-aebb-39d3a79c5ffe" providerId="ADAL" clId="{F366E7D3-C0FD-4AD1-9C02-B324081124B2}" dt="2026-03-01T16:19:14.762" v="7203" actId="1038"/>
          <ac:spMkLst>
            <pc:docMk/>
            <pc:sldMk cId="1037987746" sldId="493"/>
            <ac:spMk id="13" creationId="{099425DE-49DF-7FEB-B905-4C89B307FCCA}"/>
          </ac:spMkLst>
        </pc:spChg>
        <pc:spChg chg="add mod">
          <ac:chgData name="ADIB Allahham" userId="97605edd-f46c-4e29-aebb-39d3a79c5ffe" providerId="ADAL" clId="{F366E7D3-C0FD-4AD1-9C02-B324081124B2}" dt="2026-03-01T16:19:21.593" v="7214" actId="1036"/>
          <ac:spMkLst>
            <pc:docMk/>
            <pc:sldMk cId="1037987746" sldId="493"/>
            <ac:spMk id="14" creationId="{A08B21FD-C563-20E8-DB1B-0BFAC54363E3}"/>
          </ac:spMkLst>
        </pc:spChg>
        <pc:spChg chg="add mod">
          <ac:chgData name="ADIB Allahham" userId="97605edd-f46c-4e29-aebb-39d3a79c5ffe" providerId="ADAL" clId="{F366E7D3-C0FD-4AD1-9C02-B324081124B2}" dt="2026-03-01T16:20:02.624" v="7221" actId="14100"/>
          <ac:spMkLst>
            <pc:docMk/>
            <pc:sldMk cId="1037987746" sldId="493"/>
            <ac:spMk id="17" creationId="{1647EC04-703F-0A85-41D1-08220A978DAB}"/>
          </ac:spMkLst>
        </pc:spChg>
        <pc:spChg chg="mod">
          <ac:chgData name="ADIB Allahham" userId="97605edd-f46c-4e29-aebb-39d3a79c5ffe" providerId="ADAL" clId="{F366E7D3-C0FD-4AD1-9C02-B324081124B2}" dt="2026-03-01T16:20:15.771" v="7250" actId="255"/>
          <ac:spMkLst>
            <pc:docMk/>
            <pc:sldMk cId="1037987746" sldId="493"/>
            <ac:spMk id="19" creationId="{60F3B162-35A8-FB8D-9137-91B66AE241E4}"/>
          </ac:spMkLst>
        </pc:spChg>
        <pc:spChg chg="add mod">
          <ac:chgData name="ADIB Allahham" userId="97605edd-f46c-4e29-aebb-39d3a79c5ffe" providerId="ADAL" clId="{F366E7D3-C0FD-4AD1-9C02-B324081124B2}" dt="2026-03-01T16:20:51.174" v="7274" actId="1035"/>
          <ac:spMkLst>
            <pc:docMk/>
            <pc:sldMk cId="1037987746" sldId="493"/>
            <ac:spMk id="20" creationId="{3C29DB0B-62B0-ACAB-F525-D79A31242A1D}"/>
          </ac:spMkLst>
        </pc:spChg>
        <pc:spChg chg="add mod ord">
          <ac:chgData name="ADIB Allahham" userId="97605edd-f46c-4e29-aebb-39d3a79c5ffe" providerId="ADAL" clId="{F366E7D3-C0FD-4AD1-9C02-B324081124B2}" dt="2026-03-01T16:23:41.859" v="7427" actId="1037"/>
          <ac:spMkLst>
            <pc:docMk/>
            <pc:sldMk cId="1037987746" sldId="493"/>
            <ac:spMk id="22" creationId="{CFA435BC-D403-FE48-EE7F-01851D626959}"/>
          </ac:spMkLst>
        </pc:spChg>
        <pc:spChg chg="mod ord">
          <ac:chgData name="ADIB Allahham" userId="97605edd-f46c-4e29-aebb-39d3a79c5ffe" providerId="ADAL" clId="{F366E7D3-C0FD-4AD1-9C02-B324081124B2}" dt="2026-03-01T16:23:41.859" v="7427" actId="1037"/>
          <ac:spMkLst>
            <pc:docMk/>
            <pc:sldMk cId="1037987746" sldId="493"/>
            <ac:spMk id="23" creationId="{EE8A41FE-6F43-49AB-5875-24DE25037EA0}"/>
          </ac:spMkLst>
        </pc:spChg>
        <pc:spChg chg="add mod">
          <ac:chgData name="ADIB Allahham" userId="97605edd-f46c-4e29-aebb-39d3a79c5ffe" providerId="ADAL" clId="{F366E7D3-C0FD-4AD1-9C02-B324081124B2}" dt="2026-03-01T16:23:13.041" v="7400" actId="1035"/>
          <ac:spMkLst>
            <pc:docMk/>
            <pc:sldMk cId="1037987746" sldId="493"/>
            <ac:spMk id="24" creationId="{2AEEDAE0-734A-51C4-9C0C-E7BB444ECB2A}"/>
          </ac:spMkLst>
        </pc:spChg>
        <pc:spChg chg="add mod ord">
          <ac:chgData name="ADIB Allahham" userId="97605edd-f46c-4e29-aebb-39d3a79c5ffe" providerId="ADAL" clId="{F366E7D3-C0FD-4AD1-9C02-B324081124B2}" dt="2026-03-01T16:23:28.652" v="7415" actId="1036"/>
          <ac:spMkLst>
            <pc:docMk/>
            <pc:sldMk cId="1037987746" sldId="493"/>
            <ac:spMk id="25" creationId="{FDF427F7-0B69-EF11-D122-2E020E3548F9}"/>
          </ac:spMkLst>
        </pc:spChg>
        <pc:spChg chg="add mod ord">
          <ac:chgData name="ADIB Allahham" userId="97605edd-f46c-4e29-aebb-39d3a79c5ffe" providerId="ADAL" clId="{F366E7D3-C0FD-4AD1-9C02-B324081124B2}" dt="2026-03-01T16:23:41.859" v="7427" actId="1037"/>
          <ac:spMkLst>
            <pc:docMk/>
            <pc:sldMk cId="1037987746" sldId="493"/>
            <ac:spMk id="26" creationId="{EC740FEF-5792-49A3-8C49-7AEBC371F7A6}"/>
          </ac:spMkLst>
        </pc:spChg>
        <pc:graphicFrameChg chg="add mod modGraphic">
          <ac:chgData name="ADIB Allahham" userId="97605edd-f46c-4e29-aebb-39d3a79c5ffe" providerId="ADAL" clId="{F366E7D3-C0FD-4AD1-9C02-B324081124B2}" dt="2026-03-01T16:13:05.717" v="6944" actId="1036"/>
          <ac:graphicFrameMkLst>
            <pc:docMk/>
            <pc:sldMk cId="1037987746" sldId="493"/>
            <ac:graphicFrameMk id="2" creationId="{62BE4185-2C6B-324A-7E8C-2B4F4F721F27}"/>
          </ac:graphicFrameMkLst>
        </pc:graphicFrameChg>
      </pc:sldChg>
      <pc:sldChg chg="addSp delSp modSp add mod modNotesTx">
        <pc:chgData name="ADIB Allahham" userId="97605edd-f46c-4e29-aebb-39d3a79c5ffe" providerId="ADAL" clId="{F366E7D3-C0FD-4AD1-9C02-B324081124B2}" dt="2026-03-03T10:35:16.207" v="9928" actId="6549"/>
        <pc:sldMkLst>
          <pc:docMk/>
          <pc:sldMk cId="1422108045" sldId="494"/>
        </pc:sldMkLst>
        <pc:spChg chg="add mod">
          <ac:chgData name="ADIB Allahham" userId="97605edd-f46c-4e29-aebb-39d3a79c5ffe" providerId="ADAL" clId="{F366E7D3-C0FD-4AD1-9C02-B324081124B2}" dt="2026-03-01T16:33:59.433" v="7646" actId="1035"/>
          <ac:spMkLst>
            <pc:docMk/>
            <pc:sldMk cId="1422108045" sldId="494"/>
            <ac:spMk id="4" creationId="{35C752ED-60F7-5FE4-9A47-85AAD33691BC}"/>
          </ac:spMkLst>
        </pc:spChg>
        <pc:spChg chg="mod">
          <ac:chgData name="ADIB Allahham" userId="97605edd-f46c-4e29-aebb-39d3a79c5ffe" providerId="ADAL" clId="{F366E7D3-C0FD-4AD1-9C02-B324081124B2}" dt="2026-03-01T16:25:07.895" v="7440" actId="20577"/>
          <ac:spMkLst>
            <pc:docMk/>
            <pc:sldMk cId="1422108045" sldId="494"/>
            <ac:spMk id="6" creationId="{53D86E38-037A-3201-EB2C-4460837C42A5}"/>
          </ac:spMkLst>
        </pc:spChg>
        <pc:spChg chg="add mod">
          <ac:chgData name="ADIB Allahham" userId="97605edd-f46c-4e29-aebb-39d3a79c5ffe" providerId="ADAL" clId="{F366E7D3-C0FD-4AD1-9C02-B324081124B2}" dt="2026-03-01T16:34:44.854" v="7673" actId="20577"/>
          <ac:spMkLst>
            <pc:docMk/>
            <pc:sldMk cId="1422108045" sldId="494"/>
            <ac:spMk id="15" creationId="{D2EACC99-2824-1A54-1788-C48A0F20A6BC}"/>
          </ac:spMkLst>
        </pc:spChg>
        <pc:graphicFrameChg chg="add mod modGraphic">
          <ac:chgData name="ADIB Allahham" userId="97605edd-f46c-4e29-aebb-39d3a79c5ffe" providerId="ADAL" clId="{F366E7D3-C0FD-4AD1-9C02-B324081124B2}" dt="2026-03-01T16:28:21.030" v="7456" actId="1076"/>
          <ac:graphicFrameMkLst>
            <pc:docMk/>
            <pc:sldMk cId="1422108045" sldId="494"/>
            <ac:graphicFrameMk id="3" creationId="{AD7DA2AC-44C9-5F81-0092-1601A7CBBAE0}"/>
          </ac:graphicFrameMkLst>
        </pc:graphicFrameChg>
      </pc:sldChg>
      <pc:sldChg chg="addSp delSp modSp add mod modNotesTx">
        <pc:chgData name="ADIB Allahham" userId="97605edd-f46c-4e29-aebb-39d3a79c5ffe" providerId="ADAL" clId="{F366E7D3-C0FD-4AD1-9C02-B324081124B2}" dt="2026-03-03T10:35:19.791" v="9929" actId="6549"/>
        <pc:sldMkLst>
          <pc:docMk/>
          <pc:sldMk cId="1316171034" sldId="495"/>
        </pc:sldMkLst>
        <pc:spChg chg="mod">
          <ac:chgData name="ADIB Allahham" userId="97605edd-f46c-4e29-aebb-39d3a79c5ffe" providerId="ADAL" clId="{F366E7D3-C0FD-4AD1-9C02-B324081124B2}" dt="2026-03-01T16:35:43.692" v="7685"/>
          <ac:spMkLst>
            <pc:docMk/>
            <pc:sldMk cId="1316171034" sldId="495"/>
            <ac:spMk id="6" creationId="{5CA99F76-E7AA-26EE-952C-D40BAB09005F}"/>
          </ac:spMkLst>
        </pc:spChg>
        <pc:spChg chg="add mod">
          <ac:chgData name="ADIB Allahham" userId="97605edd-f46c-4e29-aebb-39d3a79c5ffe" providerId="ADAL" clId="{F366E7D3-C0FD-4AD1-9C02-B324081124B2}" dt="2026-03-01T16:45:14.984" v="7725" actId="1076"/>
          <ac:spMkLst>
            <pc:docMk/>
            <pc:sldMk cId="1316171034" sldId="495"/>
            <ac:spMk id="8" creationId="{B6B2B156-C66B-4D1C-04C3-823D68A7B3E5}"/>
          </ac:spMkLst>
        </pc:spChg>
        <pc:spChg chg="add mod">
          <ac:chgData name="ADIB Allahham" userId="97605edd-f46c-4e29-aebb-39d3a79c5ffe" providerId="ADAL" clId="{F366E7D3-C0FD-4AD1-9C02-B324081124B2}" dt="2026-03-01T16:45:14.984" v="7725" actId="1076"/>
          <ac:spMkLst>
            <pc:docMk/>
            <pc:sldMk cId="1316171034" sldId="495"/>
            <ac:spMk id="9" creationId="{A91593C4-A3F7-FBCA-A720-E3577A4E6137}"/>
          </ac:spMkLst>
        </pc:spChg>
        <pc:spChg chg="add mod">
          <ac:chgData name="ADIB Allahham" userId="97605edd-f46c-4e29-aebb-39d3a79c5ffe" providerId="ADAL" clId="{F366E7D3-C0FD-4AD1-9C02-B324081124B2}" dt="2026-03-01T16:45:24.411" v="7728" actId="1076"/>
          <ac:spMkLst>
            <pc:docMk/>
            <pc:sldMk cId="1316171034" sldId="495"/>
            <ac:spMk id="11" creationId="{25086263-EB41-DDA6-4D39-CF7A10DAA70A}"/>
          </ac:spMkLst>
        </pc:spChg>
        <pc:picChg chg="add mod">
          <ac:chgData name="ADIB Allahham" userId="97605edd-f46c-4e29-aebb-39d3a79c5ffe" providerId="ADAL" clId="{F366E7D3-C0FD-4AD1-9C02-B324081124B2}" dt="2026-03-01T16:45:17.305" v="7726" actId="1076"/>
          <ac:picMkLst>
            <pc:docMk/>
            <pc:sldMk cId="1316171034" sldId="495"/>
            <ac:picMk id="5" creationId="{A080235E-D6F5-752B-B5AF-C86DB8021E76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5:22.698" v="9930" actId="6549"/>
        <pc:sldMkLst>
          <pc:docMk/>
          <pc:sldMk cId="2125864969" sldId="496"/>
        </pc:sldMkLst>
        <pc:spChg chg="add mod">
          <ac:chgData name="ADIB Allahham" userId="97605edd-f46c-4e29-aebb-39d3a79c5ffe" providerId="ADAL" clId="{F366E7D3-C0FD-4AD1-9C02-B324081124B2}" dt="2026-03-01T16:48:43.078" v="7751" actId="1036"/>
          <ac:spMkLst>
            <pc:docMk/>
            <pc:sldMk cId="2125864969" sldId="496"/>
            <ac:spMk id="7" creationId="{42066B3D-5556-D998-A824-606CFA7F9D0F}"/>
          </ac:spMkLst>
        </pc:spChg>
        <pc:spChg chg="add mod">
          <ac:chgData name="ADIB Allahham" userId="97605edd-f46c-4e29-aebb-39d3a79c5ffe" providerId="ADAL" clId="{F366E7D3-C0FD-4AD1-9C02-B324081124B2}" dt="2026-03-01T16:49:34.299" v="7762" actId="1076"/>
          <ac:spMkLst>
            <pc:docMk/>
            <pc:sldMk cId="2125864969" sldId="496"/>
            <ac:spMk id="12" creationId="{A6267707-51C3-B0A5-2450-F1A1A4B24176}"/>
          </ac:spMkLst>
        </pc:spChg>
        <pc:spChg chg="add mod">
          <ac:chgData name="ADIB Allahham" userId="97605edd-f46c-4e29-aebb-39d3a79c5ffe" providerId="ADAL" clId="{F366E7D3-C0FD-4AD1-9C02-B324081124B2}" dt="2026-03-01T16:51:39.214" v="7774" actId="1076"/>
          <ac:spMkLst>
            <pc:docMk/>
            <pc:sldMk cId="2125864969" sldId="496"/>
            <ac:spMk id="13" creationId="{5027E0FD-65E2-21E5-F690-BEF1D9889C47}"/>
          </ac:spMkLst>
        </pc:spChg>
        <pc:spChg chg="add mod">
          <ac:chgData name="ADIB Allahham" userId="97605edd-f46c-4e29-aebb-39d3a79c5ffe" providerId="ADAL" clId="{F366E7D3-C0FD-4AD1-9C02-B324081124B2}" dt="2026-03-01T16:51:44.685" v="7776" actId="14100"/>
          <ac:spMkLst>
            <pc:docMk/>
            <pc:sldMk cId="2125864969" sldId="496"/>
            <ac:spMk id="14" creationId="{3F16E392-36B6-7CD7-F6A2-CE2814A3340D}"/>
          </ac:spMkLst>
        </pc:spChg>
        <pc:picChg chg="add mod">
          <ac:chgData name="ADIB Allahham" userId="97605edd-f46c-4e29-aebb-39d3a79c5ffe" providerId="ADAL" clId="{F366E7D3-C0FD-4AD1-9C02-B324081124B2}" dt="2026-03-01T16:48:35.863" v="7748" actId="1076"/>
          <ac:picMkLst>
            <pc:docMk/>
            <pc:sldMk cId="2125864969" sldId="496"/>
            <ac:picMk id="3" creationId="{2B2F0105-DDB0-C36D-0DE0-07AC5A1A4FC7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5:26.555" v="9931" actId="6549"/>
        <pc:sldMkLst>
          <pc:docMk/>
          <pc:sldMk cId="3328542227" sldId="497"/>
        </pc:sldMkLst>
        <pc:spChg chg="mod">
          <ac:chgData name="ADIB Allahham" userId="97605edd-f46c-4e29-aebb-39d3a79c5ffe" providerId="ADAL" clId="{F366E7D3-C0FD-4AD1-9C02-B324081124B2}" dt="2026-03-02T10:07:28.695" v="7989" actId="255"/>
          <ac:spMkLst>
            <pc:docMk/>
            <pc:sldMk cId="3328542227" sldId="497"/>
            <ac:spMk id="2" creationId="{39F78D83-AFFD-E534-8CA8-857B54D3EB72}"/>
          </ac:spMkLst>
        </pc:spChg>
        <pc:spChg chg="add del mod">
          <ac:chgData name="ADIB Allahham" userId="97605edd-f46c-4e29-aebb-39d3a79c5ffe" providerId="ADAL" clId="{F366E7D3-C0FD-4AD1-9C02-B324081124B2}" dt="2026-03-02T10:11:38.477" v="8057" actId="20577"/>
          <ac:spMkLst>
            <pc:docMk/>
            <pc:sldMk cId="3328542227" sldId="497"/>
            <ac:spMk id="3" creationId="{D9C40C87-FC61-C098-1627-FEFBE3903167}"/>
          </ac:spMkLst>
        </pc:spChg>
        <pc:spChg chg="mod">
          <ac:chgData name="ADIB Allahham" userId="97605edd-f46c-4e29-aebb-39d3a79c5ffe" providerId="ADAL" clId="{F366E7D3-C0FD-4AD1-9C02-B324081124B2}" dt="2026-03-02T10:07:28.695" v="7989" actId="255"/>
          <ac:spMkLst>
            <pc:docMk/>
            <pc:sldMk cId="3328542227" sldId="497"/>
            <ac:spMk id="4" creationId="{7831475B-49DC-9060-E645-34C86AA7D60D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5" creationId="{2147546D-0F00-20BD-4E0F-B5C34E13977F}"/>
          </ac:spMkLst>
        </pc:spChg>
        <pc:spChg chg="mod">
          <ac:chgData name="ADIB Allahham" userId="97605edd-f46c-4e29-aebb-39d3a79c5ffe" providerId="ADAL" clId="{F366E7D3-C0FD-4AD1-9C02-B324081124B2}" dt="2026-03-02T10:11:28.485" v="8052" actId="20577"/>
          <ac:spMkLst>
            <pc:docMk/>
            <pc:sldMk cId="3328542227" sldId="497"/>
            <ac:spMk id="6" creationId="{82DBE797-3C49-A8BE-3379-BCC249F9D496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7" creationId="{80A41D1D-ACF2-567A-0B1D-B745DD7AEB02}"/>
          </ac:spMkLst>
        </pc:spChg>
        <pc:spChg chg="mod">
          <ac:chgData name="ADIB Allahham" userId="97605edd-f46c-4e29-aebb-39d3a79c5ffe" providerId="ADAL" clId="{F366E7D3-C0FD-4AD1-9C02-B324081124B2}" dt="2026-03-02T10:07:31.958" v="7990" actId="255"/>
          <ac:spMkLst>
            <pc:docMk/>
            <pc:sldMk cId="3328542227" sldId="497"/>
            <ac:spMk id="8" creationId="{DC7E6DAC-CADC-943C-75F1-F5091B34F3F7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9" creationId="{92D2ACD2-C36C-1279-E957-78BEE773B0F7}"/>
          </ac:spMkLst>
        </pc:spChg>
        <pc:spChg chg="mod">
          <ac:chgData name="ADIB Allahham" userId="97605edd-f46c-4e29-aebb-39d3a79c5ffe" providerId="ADAL" clId="{F366E7D3-C0FD-4AD1-9C02-B324081124B2}" dt="2026-03-02T10:07:31.958" v="7990" actId="255"/>
          <ac:spMkLst>
            <pc:docMk/>
            <pc:sldMk cId="3328542227" sldId="497"/>
            <ac:spMk id="10" creationId="{E7B1FEB7-DF94-2651-875D-080EA4FB8EE2}"/>
          </ac:spMkLst>
        </pc:spChg>
        <pc:spChg chg="mod">
          <ac:chgData name="ADIB Allahham" userId="97605edd-f46c-4e29-aebb-39d3a79c5ffe" providerId="ADAL" clId="{F366E7D3-C0FD-4AD1-9C02-B324081124B2}" dt="2026-03-02T10:07:28.695" v="7989" actId="255"/>
          <ac:spMkLst>
            <pc:docMk/>
            <pc:sldMk cId="3328542227" sldId="497"/>
            <ac:spMk id="11" creationId="{63FF3A86-51B8-AEB9-F1D7-BE698842BADC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12" creationId="{CE5B0326-BB3B-78E6-1730-E3A9B47F4BF0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13" creationId="{C6075C3F-F781-5DF2-91F0-746F69DCB0C5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14" creationId="{7BA7EA46-C49B-33E0-21EC-7EB7851EFCE4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18" creationId="{024CDCF0-57B5-7800-028F-C296F9E8AA20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19" creationId="{02CEC0BB-73B7-9B9A-FD90-56F115DCC883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23" creationId="{DC2B39D0-F981-BF08-B462-22C144509EAD}"/>
          </ac:spMkLst>
        </pc:spChg>
        <pc:spChg chg="add mod">
          <ac:chgData name="ADIB Allahham" userId="97605edd-f46c-4e29-aebb-39d3a79c5ffe" providerId="ADAL" clId="{F366E7D3-C0FD-4AD1-9C02-B324081124B2}" dt="2026-03-02T10:07:32.261" v="7991" actId="1076"/>
          <ac:spMkLst>
            <pc:docMk/>
            <pc:sldMk cId="3328542227" sldId="497"/>
            <ac:spMk id="27" creationId="{F93807A7-2DF4-A389-E9AE-40DE7F04EF28}"/>
          </ac:spMkLst>
        </pc:spChg>
        <pc:spChg chg="mod">
          <ac:chgData name="ADIB Allahham" userId="97605edd-f46c-4e29-aebb-39d3a79c5ffe" providerId="ADAL" clId="{F366E7D3-C0FD-4AD1-9C02-B324081124B2}" dt="2026-03-02T10:09:35.472" v="8008" actId="1076"/>
          <ac:spMkLst>
            <pc:docMk/>
            <pc:sldMk cId="3328542227" sldId="497"/>
            <ac:spMk id="35" creationId="{3EDD8C92-A4CC-0AA8-A642-23B1EF6A2552}"/>
          </ac:spMkLst>
        </pc:spChg>
        <pc:spChg chg="add mod">
          <ac:chgData name="ADIB Allahham" userId="97605edd-f46c-4e29-aebb-39d3a79c5ffe" providerId="ADAL" clId="{F366E7D3-C0FD-4AD1-9C02-B324081124B2}" dt="2026-03-02T10:08:59.885" v="8001" actId="1076"/>
          <ac:spMkLst>
            <pc:docMk/>
            <pc:sldMk cId="3328542227" sldId="497"/>
            <ac:spMk id="36" creationId="{B7B51D11-078D-C446-3910-6EBE3BF2B77F}"/>
          </ac:spMkLst>
        </pc:spChg>
        <pc:spChg chg="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37" creationId="{65D9141F-AB92-79E9-195F-83856BBF2F1B}"/>
          </ac:spMkLst>
        </pc:spChg>
        <pc:spChg chg="add mod">
          <ac:chgData name="ADIB Allahham" userId="97605edd-f46c-4e29-aebb-39d3a79c5ffe" providerId="ADAL" clId="{F366E7D3-C0FD-4AD1-9C02-B324081124B2}" dt="2026-03-02T10:08:59.885" v="8001" actId="1076"/>
          <ac:spMkLst>
            <pc:docMk/>
            <pc:sldMk cId="3328542227" sldId="497"/>
            <ac:spMk id="38" creationId="{FD137FAD-8F22-FC43-C855-CF70AC361953}"/>
          </ac:spMkLst>
        </pc:spChg>
        <pc:spChg chg="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39" creationId="{5B2F3056-0EE3-9F96-1E25-A7C10A680389}"/>
          </ac:spMkLst>
        </pc:spChg>
        <pc:spChg chg="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40" creationId="{AE2E3653-3444-2167-F7E8-ACBA8687B4CC}"/>
          </ac:spMkLst>
        </pc:spChg>
        <pc:spChg chg="mod">
          <ac:chgData name="ADIB Allahham" userId="97605edd-f46c-4e29-aebb-39d3a79c5ffe" providerId="ADAL" clId="{F366E7D3-C0FD-4AD1-9C02-B324081124B2}" dt="2026-03-02T10:10:42.918" v="8028" actId="1076"/>
          <ac:spMkLst>
            <pc:docMk/>
            <pc:sldMk cId="3328542227" sldId="497"/>
            <ac:spMk id="41" creationId="{5BCD05B5-89AF-B05C-78D6-4B8D7DC8D742}"/>
          </ac:spMkLst>
        </pc:spChg>
        <pc:spChg chg="add mod">
          <ac:chgData name="ADIB Allahham" userId="97605edd-f46c-4e29-aebb-39d3a79c5ffe" providerId="ADAL" clId="{F366E7D3-C0FD-4AD1-9C02-B324081124B2}" dt="2026-03-02T10:10:42.918" v="8028" actId="1076"/>
          <ac:spMkLst>
            <pc:docMk/>
            <pc:sldMk cId="3328542227" sldId="497"/>
            <ac:spMk id="42" creationId="{7C26076E-1A0C-6994-A715-35B89569F966}"/>
          </ac:spMkLst>
        </pc:spChg>
        <pc:spChg chg="add 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43" creationId="{EC6E98BD-FE26-FCB4-4262-BD5466D5CEBA}"/>
          </ac:spMkLst>
        </pc:spChg>
        <pc:spChg chg="add mod">
          <ac:chgData name="ADIB Allahham" userId="97605edd-f46c-4e29-aebb-39d3a79c5ffe" providerId="ADAL" clId="{F366E7D3-C0FD-4AD1-9C02-B324081124B2}" dt="2026-03-02T10:10:42.918" v="8028" actId="1076"/>
          <ac:spMkLst>
            <pc:docMk/>
            <pc:sldMk cId="3328542227" sldId="497"/>
            <ac:spMk id="44" creationId="{CAEB14F9-8FD0-B1B1-B893-AD01C206E347}"/>
          </ac:spMkLst>
        </pc:spChg>
        <pc:spChg chg="mod">
          <ac:chgData name="ADIB Allahham" userId="97605edd-f46c-4e29-aebb-39d3a79c5ffe" providerId="ADAL" clId="{F366E7D3-C0FD-4AD1-9C02-B324081124B2}" dt="2026-03-02T10:10:42.918" v="8028" actId="1076"/>
          <ac:spMkLst>
            <pc:docMk/>
            <pc:sldMk cId="3328542227" sldId="497"/>
            <ac:spMk id="45" creationId="{8E13C489-2AEB-362F-E2EF-967022C557C9}"/>
          </ac:spMkLst>
        </pc:spChg>
        <pc:spChg chg="add 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48" creationId="{BCD8C2E5-6BFB-2504-AE81-AD5840B3CF9A}"/>
          </ac:spMkLst>
        </pc:spChg>
        <pc:spChg chg="add mod">
          <ac:chgData name="ADIB Allahham" userId="97605edd-f46c-4e29-aebb-39d3a79c5ffe" providerId="ADAL" clId="{F366E7D3-C0FD-4AD1-9C02-B324081124B2}" dt="2026-03-02T10:08:59.885" v="8001" actId="1076"/>
          <ac:spMkLst>
            <pc:docMk/>
            <pc:sldMk cId="3328542227" sldId="497"/>
            <ac:spMk id="49" creationId="{F50EC8BB-8718-3A70-3CD7-B5B8887A13DB}"/>
          </ac:spMkLst>
        </pc:spChg>
        <pc:spChg chg="add 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53" creationId="{FC7E6C68-6B12-4E63-8FB3-2F4F73001D78}"/>
          </ac:spMkLst>
        </pc:spChg>
        <pc:spChg chg="add 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56" creationId="{D7E7EED8-A8E4-AE8C-9C88-8DE2EE2BF7AF}"/>
          </ac:spMkLst>
        </pc:spChg>
        <pc:spChg chg="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58" creationId="{3B41D0DD-4043-41C5-F0E2-7B18A41EB976}"/>
          </ac:spMkLst>
        </pc:spChg>
        <pc:spChg chg="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59" creationId="{86822F06-36BA-2C23-930B-383C665E06F7}"/>
          </ac:spMkLst>
        </pc:spChg>
        <pc:spChg chg="mod">
          <ac:chgData name="ADIB Allahham" userId="97605edd-f46c-4e29-aebb-39d3a79c5ffe" providerId="ADAL" clId="{F366E7D3-C0FD-4AD1-9C02-B324081124B2}" dt="2026-03-02T10:10:43.796" v="8030" actId="1076"/>
          <ac:spMkLst>
            <pc:docMk/>
            <pc:sldMk cId="3328542227" sldId="497"/>
            <ac:spMk id="60" creationId="{BAE4EBB1-EB50-F7FB-609A-C1043E1863B5}"/>
          </ac:spMkLst>
        </pc:spChg>
        <pc:spChg chg="add mod">
          <ac:chgData name="ADIB Allahham" userId="97605edd-f46c-4e29-aebb-39d3a79c5ffe" providerId="ADAL" clId="{F366E7D3-C0FD-4AD1-9C02-B324081124B2}" dt="2026-03-02T10:08:59.885" v="8001" actId="1076"/>
          <ac:spMkLst>
            <pc:docMk/>
            <pc:sldMk cId="3328542227" sldId="497"/>
            <ac:spMk id="61" creationId="{1DFE1F6E-9E4D-AFE1-9CF2-BB02D91584F0}"/>
          </ac:spMkLst>
        </pc:spChg>
        <pc:picChg chg="add del mod">
          <ac:chgData name="ADIB Allahham" userId="97605edd-f46c-4e29-aebb-39d3a79c5ffe" providerId="ADAL" clId="{F366E7D3-C0FD-4AD1-9C02-B324081124B2}" dt="2026-03-02T10:07:59.811" v="7995" actId="22"/>
          <ac:picMkLst>
            <pc:docMk/>
            <pc:sldMk cId="3328542227" sldId="497"/>
            <ac:picMk id="32" creationId="{B6436BF6-0070-CCC1-DDAA-5876A305489B}"/>
          </ac:picMkLst>
        </pc:picChg>
        <pc:picChg chg="add del mod">
          <ac:chgData name="ADIB Allahham" userId="97605edd-f46c-4e29-aebb-39d3a79c5ffe" providerId="ADAL" clId="{F366E7D3-C0FD-4AD1-9C02-B324081124B2}" dt="2026-03-02T10:08:28.016" v="7999" actId="22"/>
          <ac:picMkLst>
            <pc:docMk/>
            <pc:sldMk cId="3328542227" sldId="497"/>
            <ac:picMk id="34" creationId="{2F1C1C19-DD6A-E85A-0970-DF92035C2E9C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2T13:22:53.369" v="9217" actId="6549"/>
        <pc:sldMkLst>
          <pc:docMk/>
          <pc:sldMk cId="3343841950" sldId="498"/>
        </pc:sldMkLst>
        <pc:spChg chg="add mod">
          <ac:chgData name="ADIB Allahham" userId="97605edd-f46c-4e29-aebb-39d3a79c5ffe" providerId="ADAL" clId="{F366E7D3-C0FD-4AD1-9C02-B324081124B2}" dt="2026-03-02T10:03:29.931" v="7945" actId="255"/>
          <ac:spMkLst>
            <pc:docMk/>
            <pc:sldMk cId="3343841950" sldId="498"/>
            <ac:spMk id="2" creationId="{2D36B4C5-8D78-3C11-2FA5-E4A370C258FD}"/>
          </ac:spMkLst>
        </pc:spChg>
        <pc:spChg chg="mod">
          <ac:chgData name="ADIB Allahham" userId="97605edd-f46c-4e29-aebb-39d3a79c5ffe" providerId="ADAL" clId="{F366E7D3-C0FD-4AD1-9C02-B324081124B2}" dt="2026-03-02T10:04:19.957" v="7951"/>
          <ac:spMkLst>
            <pc:docMk/>
            <pc:sldMk cId="3343841950" sldId="498"/>
            <ac:spMk id="6" creationId="{F0675383-3FDC-52CC-E3D3-849D1B5798E8}"/>
          </ac:spMkLst>
        </pc:spChg>
      </pc:sldChg>
      <pc:sldChg chg="addSp delSp modSp add mod modNotesTx">
        <pc:chgData name="ADIB Allahham" userId="97605edd-f46c-4e29-aebb-39d3a79c5ffe" providerId="ADAL" clId="{F366E7D3-C0FD-4AD1-9C02-B324081124B2}" dt="2026-03-03T10:35:30.946" v="9932" actId="6549"/>
        <pc:sldMkLst>
          <pc:docMk/>
          <pc:sldMk cId="1494491281" sldId="499"/>
        </pc:sldMkLst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2" creationId="{C237F326-25D1-895E-65DD-F7B158D4BAD2}"/>
          </ac:spMkLst>
        </pc:spChg>
        <pc:spChg chg="del">
          <ac:chgData name="ADIB Allahham" userId="97605edd-f46c-4e29-aebb-39d3a79c5ffe" providerId="ADAL" clId="{F366E7D3-C0FD-4AD1-9C02-B324081124B2}" dt="2026-03-02T10:03:41.898" v="7948" actId="478"/>
          <ac:spMkLst>
            <pc:docMk/>
            <pc:sldMk cId="1494491281" sldId="499"/>
            <ac:spMk id="3" creationId="{323D4A4E-F4DE-7E79-C8E2-367A08AD5FE4}"/>
          </ac:spMkLst>
        </pc:spChg>
        <pc:spChg chg="add mod">
          <ac:chgData name="ADIB Allahham" userId="97605edd-f46c-4e29-aebb-39d3a79c5ffe" providerId="ADAL" clId="{F366E7D3-C0FD-4AD1-9C02-B324081124B2}" dt="2026-03-02T10:17:02.634" v="8215" actId="20577"/>
          <ac:spMkLst>
            <pc:docMk/>
            <pc:sldMk cId="1494491281" sldId="499"/>
            <ac:spMk id="5" creationId="{A6CAA2D8-0D7C-4BE6-C055-F2E2D0FB919C}"/>
          </ac:spMkLst>
        </pc:spChg>
        <pc:spChg chg="del">
          <ac:chgData name="ADIB Allahham" userId="97605edd-f46c-4e29-aebb-39d3a79c5ffe" providerId="ADAL" clId="{F366E7D3-C0FD-4AD1-9C02-B324081124B2}" dt="2026-03-02T10:03:38.608" v="7947" actId="478"/>
          <ac:spMkLst>
            <pc:docMk/>
            <pc:sldMk cId="1494491281" sldId="499"/>
            <ac:spMk id="6" creationId="{2F4C72FF-3BA2-1F59-7DEB-3B5F31466E81}"/>
          </ac:spMkLst>
        </pc:spChg>
        <pc:spChg chg="mod">
          <ac:chgData name="ADIB Allahham" userId="97605edd-f46c-4e29-aebb-39d3a79c5ffe" providerId="ADAL" clId="{F366E7D3-C0FD-4AD1-9C02-B324081124B2}" dt="2026-03-02T10:12:07.967" v="8068" actId="1036"/>
          <ac:spMkLst>
            <pc:docMk/>
            <pc:sldMk cId="1494491281" sldId="499"/>
            <ac:spMk id="7" creationId="{FFDBA45E-0A5A-A0B4-372C-04858279351A}"/>
          </ac:spMkLst>
        </pc:spChg>
        <pc:spChg chg="mod">
          <ac:chgData name="ADIB Allahham" userId="97605edd-f46c-4e29-aebb-39d3a79c5ffe" providerId="ADAL" clId="{F366E7D3-C0FD-4AD1-9C02-B324081124B2}" dt="2026-03-02T10:12:03.980" v="8060" actId="14100"/>
          <ac:spMkLst>
            <pc:docMk/>
            <pc:sldMk cId="1494491281" sldId="499"/>
            <ac:spMk id="8" creationId="{001049D3-9617-1384-D534-CBD88A3ED80D}"/>
          </ac:spMkLst>
        </pc:spChg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9" creationId="{886F14B9-27DE-4A28-E1CE-633821614EC7}"/>
          </ac:spMkLst>
        </pc:spChg>
        <pc:spChg chg="mod">
          <ac:chgData name="ADIB Allahham" userId="97605edd-f46c-4e29-aebb-39d3a79c5ffe" providerId="ADAL" clId="{F366E7D3-C0FD-4AD1-9C02-B324081124B2}" dt="2026-03-02T10:12:37.798" v="8072" actId="1076"/>
          <ac:spMkLst>
            <pc:docMk/>
            <pc:sldMk cId="1494491281" sldId="499"/>
            <ac:spMk id="10" creationId="{F27DD232-4AD2-7960-E863-B2987D092C3D}"/>
          </ac:spMkLst>
        </pc:spChg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11" creationId="{B9B7E8AC-6889-D225-7E89-ECA42206CA33}"/>
          </ac:spMkLst>
        </pc:spChg>
        <pc:spChg chg="mod">
          <ac:chgData name="ADIB Allahham" userId="97605edd-f46c-4e29-aebb-39d3a79c5ffe" providerId="ADAL" clId="{F366E7D3-C0FD-4AD1-9C02-B324081124B2}" dt="2026-03-02T10:12:58.397" v="8076" actId="14100"/>
          <ac:spMkLst>
            <pc:docMk/>
            <pc:sldMk cId="1494491281" sldId="499"/>
            <ac:spMk id="12" creationId="{E68A8327-6599-E5CF-7BFD-0A1F37DF3E4C}"/>
          </ac:spMkLst>
        </pc:spChg>
        <pc:spChg chg="mod">
          <ac:chgData name="ADIB Allahham" userId="97605edd-f46c-4e29-aebb-39d3a79c5ffe" providerId="ADAL" clId="{F366E7D3-C0FD-4AD1-9C02-B324081124B2}" dt="2026-03-02T10:13:27.873" v="8097" actId="1036"/>
          <ac:spMkLst>
            <pc:docMk/>
            <pc:sldMk cId="1494491281" sldId="499"/>
            <ac:spMk id="13" creationId="{3CFE3A55-6FC1-1A8C-C2A2-1D9A63C9F99F}"/>
          </ac:spMkLst>
        </pc:spChg>
        <pc:spChg chg="mod">
          <ac:chgData name="ADIB Allahham" userId="97605edd-f46c-4e29-aebb-39d3a79c5ffe" providerId="ADAL" clId="{F366E7D3-C0FD-4AD1-9C02-B324081124B2}" dt="2026-03-02T10:14:00.829" v="8098" actId="20577"/>
          <ac:spMkLst>
            <pc:docMk/>
            <pc:sldMk cId="1494491281" sldId="499"/>
            <ac:spMk id="14" creationId="{D9FF2F80-F2AD-780E-24F2-3A4B9C5FC3F3}"/>
          </ac:spMkLst>
        </pc:spChg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15" creationId="{3DBEBBDE-8FAB-86E7-4AE7-BA2C6754004B}"/>
          </ac:spMkLst>
        </pc:spChg>
        <pc:spChg chg="mod">
          <ac:chgData name="ADIB Allahham" userId="97605edd-f46c-4e29-aebb-39d3a79c5ffe" providerId="ADAL" clId="{F366E7D3-C0FD-4AD1-9C02-B324081124B2}" dt="2026-03-02T10:17:12.243" v="8218" actId="20577"/>
          <ac:spMkLst>
            <pc:docMk/>
            <pc:sldMk cId="1494491281" sldId="499"/>
            <ac:spMk id="17" creationId="{A8DCA60B-2A54-9F54-2407-42D799E9C689}"/>
          </ac:spMkLst>
        </pc:spChg>
        <pc:spChg chg="mod">
          <ac:chgData name="ADIB Allahham" userId="97605edd-f46c-4e29-aebb-39d3a79c5ffe" providerId="ADAL" clId="{F366E7D3-C0FD-4AD1-9C02-B324081124B2}" dt="2026-03-02T10:14:22.637" v="8107" actId="1036"/>
          <ac:spMkLst>
            <pc:docMk/>
            <pc:sldMk cId="1494491281" sldId="499"/>
            <ac:spMk id="18" creationId="{E0A13B9D-26ED-9B5E-E34E-91F27D929797}"/>
          </ac:spMkLst>
        </pc:spChg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19" creationId="{F0A84840-A1E9-8C01-0691-7BDBAEB459E9}"/>
          </ac:spMkLst>
        </pc:spChg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20" creationId="{8B26445E-7D44-E464-B74B-773F6FB034D9}"/>
          </ac:spMkLst>
        </pc:spChg>
        <pc:spChg chg="mod">
          <ac:chgData name="ADIB Allahham" userId="97605edd-f46c-4e29-aebb-39d3a79c5ffe" providerId="ADAL" clId="{F366E7D3-C0FD-4AD1-9C02-B324081124B2}" dt="2026-03-02T10:14:38.691" v="8109" actId="1076"/>
          <ac:spMkLst>
            <pc:docMk/>
            <pc:sldMk cId="1494491281" sldId="499"/>
            <ac:spMk id="21" creationId="{69E57C46-51C7-8A8F-813A-1F9CE05C1BE9}"/>
          </ac:spMkLst>
        </pc:spChg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22" creationId="{7E8E339D-77CD-A802-A505-4362B5422D43}"/>
          </ac:spMkLst>
        </pc:spChg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23" creationId="{4D50E31D-1698-33C8-1348-0F2C7F6760EB}"/>
          </ac:spMkLst>
        </pc:spChg>
        <pc:spChg chg="mod">
          <ac:chgData name="ADIB Allahham" userId="97605edd-f46c-4e29-aebb-39d3a79c5ffe" providerId="ADAL" clId="{F366E7D3-C0FD-4AD1-9C02-B324081124B2}" dt="2026-03-02T10:14:12.695" v="8100" actId="1076"/>
          <ac:spMkLst>
            <pc:docMk/>
            <pc:sldMk cId="1494491281" sldId="499"/>
            <ac:spMk id="24" creationId="{E669F33C-0D6A-E41C-A57E-A14B07792AE8}"/>
          </ac:spMkLst>
        </pc:spChg>
        <pc:spChg chg="mod">
          <ac:chgData name="ADIB Allahham" userId="97605edd-f46c-4e29-aebb-39d3a79c5ffe" providerId="ADAL" clId="{F366E7D3-C0FD-4AD1-9C02-B324081124B2}" dt="2026-03-02T10:15:18.725" v="8138" actId="14100"/>
          <ac:spMkLst>
            <pc:docMk/>
            <pc:sldMk cId="1494491281" sldId="499"/>
            <ac:spMk id="25" creationId="{FE0EC13D-3236-45F0-B6C0-B0B2E6A8B001}"/>
          </ac:spMkLst>
        </pc:spChg>
        <pc:spChg chg="mod">
          <ac:chgData name="ADIB Allahham" userId="97605edd-f46c-4e29-aebb-39d3a79c5ffe" providerId="ADAL" clId="{F366E7D3-C0FD-4AD1-9C02-B324081124B2}" dt="2026-03-02T10:16:17.835" v="8190" actId="1035"/>
          <ac:spMkLst>
            <pc:docMk/>
            <pc:sldMk cId="1494491281" sldId="499"/>
            <ac:spMk id="26" creationId="{5B4321E2-DCE6-B1C9-0407-679D6B351A90}"/>
          </ac:spMkLst>
        </pc:spChg>
        <pc:spChg chg="mod">
          <ac:chgData name="ADIB Allahham" userId="97605edd-f46c-4e29-aebb-39d3a79c5ffe" providerId="ADAL" clId="{F366E7D3-C0FD-4AD1-9C02-B324081124B2}" dt="2026-03-02T10:16:22.652" v="8191" actId="1076"/>
          <ac:spMkLst>
            <pc:docMk/>
            <pc:sldMk cId="1494491281" sldId="499"/>
            <ac:spMk id="27" creationId="{E112198F-76A0-CA8F-44A7-059A5FC00909}"/>
          </ac:spMkLst>
        </pc:spChg>
        <pc:spChg chg="mod">
          <ac:chgData name="ADIB Allahham" userId="97605edd-f46c-4e29-aebb-39d3a79c5ffe" providerId="ADAL" clId="{F366E7D3-C0FD-4AD1-9C02-B324081124B2}" dt="2026-03-02T10:16:17.835" v="8190" actId="1035"/>
          <ac:spMkLst>
            <pc:docMk/>
            <pc:sldMk cId="1494491281" sldId="499"/>
            <ac:spMk id="28" creationId="{AE4FAF6D-56FF-920B-82B6-01758A56304F}"/>
          </ac:spMkLst>
        </pc:spChg>
        <pc:spChg chg="add mod">
          <ac:chgData name="ADIB Allahham" userId="97605edd-f46c-4e29-aebb-39d3a79c5ffe" providerId="ADAL" clId="{F366E7D3-C0FD-4AD1-9C02-B324081124B2}" dt="2026-03-02T10:16:46.635" v="8195" actId="1076"/>
          <ac:spMkLst>
            <pc:docMk/>
            <pc:sldMk cId="1494491281" sldId="499"/>
            <ac:spMk id="29" creationId="{5B8B4F41-2D00-1C0A-F399-3EF818E592BA}"/>
          </ac:spMkLst>
        </pc:spChg>
        <pc:spChg chg="mod">
          <ac:chgData name="ADIB Allahham" userId="97605edd-f46c-4e29-aebb-39d3a79c5ffe" providerId="ADAL" clId="{F366E7D3-C0FD-4AD1-9C02-B324081124B2}" dt="2026-03-02T10:16:32.868" v="8194" actId="113"/>
          <ac:spMkLst>
            <pc:docMk/>
            <pc:sldMk cId="1494491281" sldId="499"/>
            <ac:spMk id="30" creationId="{D795F10C-73B4-324E-0103-743C115D1DB2}"/>
          </ac:spMkLst>
        </pc:spChg>
        <pc:spChg chg="add del">
          <ac:chgData name="ADIB Allahham" userId="97605edd-f46c-4e29-aebb-39d3a79c5ffe" providerId="ADAL" clId="{F366E7D3-C0FD-4AD1-9C02-B324081124B2}" dt="2026-03-02T10:11:09.382" v="8035" actId="22"/>
          <ac:spMkLst>
            <pc:docMk/>
            <pc:sldMk cId="1494491281" sldId="499"/>
            <ac:spMk id="32" creationId="{60DE4979-B3CC-20BC-2CAE-BAC2235FB7E9}"/>
          </ac:spMkLst>
        </pc:spChg>
        <pc:spChg chg="add mod">
          <ac:chgData name="ADIB Allahham" userId="97605edd-f46c-4e29-aebb-39d3a79c5ffe" providerId="ADAL" clId="{F366E7D3-C0FD-4AD1-9C02-B324081124B2}" dt="2026-03-02T10:11:18.553" v="8036"/>
          <ac:spMkLst>
            <pc:docMk/>
            <pc:sldMk cId="1494491281" sldId="499"/>
            <ac:spMk id="33" creationId="{4A112FF0-42CC-7031-00C2-119CDC823160}"/>
          </ac:spMkLst>
        </pc:spChg>
        <pc:spChg chg="add mod">
          <ac:chgData name="ADIB Allahham" userId="97605edd-f46c-4e29-aebb-39d3a79c5ffe" providerId="ADAL" clId="{F366E7D3-C0FD-4AD1-9C02-B324081124B2}" dt="2026-03-02T10:19:03.641" v="8219"/>
          <ac:spMkLst>
            <pc:docMk/>
            <pc:sldMk cId="1494491281" sldId="499"/>
            <ac:spMk id="34" creationId="{EE82C248-B371-6C50-B738-9CAF5C2D82BE}"/>
          </ac:spMkLst>
        </pc:spChg>
        <pc:spChg chg="add mod">
          <ac:chgData name="ADIB Allahham" userId="97605edd-f46c-4e29-aebb-39d3a79c5ffe" providerId="ADAL" clId="{F366E7D3-C0FD-4AD1-9C02-B324081124B2}" dt="2026-03-02T10:20:09.698" v="8250" actId="1037"/>
          <ac:spMkLst>
            <pc:docMk/>
            <pc:sldMk cId="1494491281" sldId="499"/>
            <ac:spMk id="35" creationId="{024B58E0-B9E0-8F8A-3D26-008ED3703214}"/>
          </ac:spMkLst>
        </pc:spChg>
        <pc:spChg chg="add mod">
          <ac:chgData name="ADIB Allahham" userId="97605edd-f46c-4e29-aebb-39d3a79c5ffe" providerId="ADAL" clId="{F366E7D3-C0FD-4AD1-9C02-B324081124B2}" dt="2026-03-02T10:20:09.698" v="8250" actId="1037"/>
          <ac:spMkLst>
            <pc:docMk/>
            <pc:sldMk cId="1494491281" sldId="499"/>
            <ac:spMk id="36" creationId="{14D0274F-3025-7A75-71A3-6E29334A2533}"/>
          </ac:spMkLst>
        </pc:spChg>
      </pc:sldChg>
      <pc:sldChg chg="addSp delSp modSp add mod modNotesTx">
        <pc:chgData name="ADIB Allahham" userId="97605edd-f46c-4e29-aebb-39d3a79c5ffe" providerId="ADAL" clId="{F366E7D3-C0FD-4AD1-9C02-B324081124B2}" dt="2026-03-03T10:35:34.146" v="9933" actId="6549"/>
        <pc:sldMkLst>
          <pc:docMk/>
          <pc:sldMk cId="2894304001" sldId="500"/>
        </pc:sldMkLst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4" creationId="{97C06F48-524E-15FD-BEF8-3A407A35A408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8" creationId="{1FAB7509-61DE-594D-2106-8216F47115E7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12" creationId="{808947D3-03E1-CE64-BA79-C3405EED2582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13" creationId="{B6FB38F1-40C5-A135-E296-156F4750405F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15" creationId="{69696864-DF13-FE89-6B9C-8DE19B3DC2DE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18" creationId="{96401272-D70F-450B-4776-EBA5DC584E5E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21" creationId="{33568F75-A59B-38B9-9E0F-2948F0AFF05D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22" creationId="{3A29D7FF-8FEC-F1C9-7CC1-F3590763E5BA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23" creationId="{07901D41-089E-CDF6-7AE9-A590DF56169D}"/>
          </ac:spMkLst>
        </pc:spChg>
        <pc:spChg chg="del">
          <ac:chgData name="ADIB Allahham" userId="97605edd-f46c-4e29-aebb-39d3a79c5ffe" providerId="ADAL" clId="{F366E7D3-C0FD-4AD1-9C02-B324081124B2}" dt="2026-03-02T10:20:21.073" v="8252" actId="478"/>
          <ac:spMkLst>
            <pc:docMk/>
            <pc:sldMk cId="2894304001" sldId="500"/>
            <ac:spMk id="30" creationId="{D0E6832B-6A7F-98C8-A3D8-3293C86E63D7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31" creationId="{787CE35E-09BE-02A6-E278-666AD27EF502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32" creationId="{28E943B2-E7D5-7F21-04E5-EAFDE0BEC21A}"/>
          </ac:spMkLst>
        </pc:spChg>
        <pc:spChg chg="mod">
          <ac:chgData name="ADIB Allahham" userId="97605edd-f46c-4e29-aebb-39d3a79c5ffe" providerId="ADAL" clId="{F366E7D3-C0FD-4AD1-9C02-B324081124B2}" dt="2026-03-02T10:20:40.370" v="8255"/>
          <ac:spMkLst>
            <pc:docMk/>
            <pc:sldMk cId="2894304001" sldId="500"/>
            <ac:spMk id="33" creationId="{1DDCFABD-8D8A-E476-EA12-684BB296AFBA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34" creationId="{CABA9655-3408-E5B7-297A-FB97A0F2B0BC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37" creationId="{654AEF10-6FC4-3608-5069-91BAE57DC8D0}"/>
          </ac:spMkLst>
        </pc:spChg>
        <pc:spChg chg="add mod">
          <ac:chgData name="ADIB Allahham" userId="97605edd-f46c-4e29-aebb-39d3a79c5ffe" providerId="ADAL" clId="{F366E7D3-C0FD-4AD1-9C02-B324081124B2}" dt="2026-03-02T10:26:10.968" v="8266" actId="1076"/>
          <ac:spMkLst>
            <pc:docMk/>
            <pc:sldMk cId="2894304001" sldId="500"/>
            <ac:spMk id="38" creationId="{B02B6081-742F-3618-FE9A-489F55E722E5}"/>
          </ac:spMkLst>
        </pc:spChg>
        <pc:spChg chg="add mod">
          <ac:chgData name="ADIB Allahham" userId="97605edd-f46c-4e29-aebb-39d3a79c5ffe" providerId="ADAL" clId="{F366E7D3-C0FD-4AD1-9C02-B324081124B2}" dt="2026-03-02T10:26:34.382" v="8271" actId="255"/>
          <ac:spMkLst>
            <pc:docMk/>
            <pc:sldMk cId="2894304001" sldId="500"/>
            <ac:spMk id="39" creationId="{CA13DE31-ACE5-5738-6306-4D359E5355C7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40" creationId="{71C1E009-6A01-B95C-8F18-547DEF15EEBA}"/>
          </ac:spMkLst>
        </pc:spChg>
        <pc:spChg chg="add mod">
          <ac:chgData name="ADIB Allahham" userId="97605edd-f46c-4e29-aebb-39d3a79c5ffe" providerId="ADAL" clId="{F366E7D3-C0FD-4AD1-9C02-B324081124B2}" dt="2026-03-02T10:26:49.617" v="8273" actId="14100"/>
          <ac:spMkLst>
            <pc:docMk/>
            <pc:sldMk cId="2894304001" sldId="500"/>
            <ac:spMk id="41" creationId="{DD27E021-455F-B9AB-F7C0-2D02BA75F64F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42" creationId="{7ECAD341-D2BE-6B6E-A3E6-00915B7D702E}"/>
          </ac:spMkLst>
        </pc:spChg>
        <pc:spChg chg="add mod">
          <ac:chgData name="ADIB Allahham" userId="97605edd-f46c-4e29-aebb-39d3a79c5ffe" providerId="ADAL" clId="{F366E7D3-C0FD-4AD1-9C02-B324081124B2}" dt="2026-03-02T10:26:58.079" v="8274" actId="255"/>
          <ac:spMkLst>
            <pc:docMk/>
            <pc:sldMk cId="2894304001" sldId="500"/>
            <ac:spMk id="43" creationId="{0A2FE5C8-CB31-CCA2-6F09-52F790BAFAA3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44" creationId="{26061985-CEFE-400E-8430-CA8F548C8792}"/>
          </ac:spMkLst>
        </pc:spChg>
        <pc:spChg chg="add mod">
          <ac:chgData name="ADIB Allahham" userId="97605edd-f46c-4e29-aebb-39d3a79c5ffe" providerId="ADAL" clId="{F366E7D3-C0FD-4AD1-9C02-B324081124B2}" dt="2026-03-02T10:27:05.170" v="8275" actId="255"/>
          <ac:spMkLst>
            <pc:docMk/>
            <pc:sldMk cId="2894304001" sldId="500"/>
            <ac:spMk id="45" creationId="{FF485E33-D324-03A5-22DC-A94A9268A12A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46" creationId="{CF733E1D-2F93-D81F-CED3-CA9079625661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47" creationId="{B113CC0E-CB7F-23F0-57C3-FBEFF4360C69}"/>
          </ac:spMkLst>
        </pc:spChg>
        <pc:spChg chg="add mod">
          <ac:chgData name="ADIB Allahham" userId="97605edd-f46c-4e29-aebb-39d3a79c5ffe" providerId="ADAL" clId="{F366E7D3-C0FD-4AD1-9C02-B324081124B2}" dt="2026-03-02T10:29:30.349" v="8294" actId="1076"/>
          <ac:spMkLst>
            <pc:docMk/>
            <pc:sldMk cId="2894304001" sldId="500"/>
            <ac:spMk id="49" creationId="{8E6546F9-EB69-1413-37B8-0D0DCA2D3119}"/>
          </ac:spMkLst>
        </pc:spChg>
        <pc:spChg chg="add mod">
          <ac:chgData name="ADIB Allahham" userId="97605edd-f46c-4e29-aebb-39d3a79c5ffe" providerId="ADAL" clId="{F366E7D3-C0FD-4AD1-9C02-B324081124B2}" dt="2026-03-02T10:29:50.791" v="8299" actId="207"/>
          <ac:spMkLst>
            <pc:docMk/>
            <pc:sldMk cId="2894304001" sldId="500"/>
            <ac:spMk id="50" creationId="{B1D12335-22CC-ED4E-77F0-10C4531DF3B3}"/>
          </ac:spMkLst>
        </pc:spChg>
        <pc:picChg chg="add mod">
          <ac:chgData name="ADIB Allahham" userId="97605edd-f46c-4e29-aebb-39d3a79c5ffe" providerId="ADAL" clId="{F366E7D3-C0FD-4AD1-9C02-B324081124B2}" dt="2026-03-02T10:24:35.613" v="8261" actId="1076"/>
          <ac:picMkLst>
            <pc:docMk/>
            <pc:sldMk cId="2894304001" sldId="500"/>
            <ac:picMk id="6" creationId="{9B29BED1-D31C-178B-A2E9-D7D7A262185C}"/>
          </ac:picMkLst>
        </pc:picChg>
      </pc:sldChg>
      <pc:sldChg chg="addSp delSp modSp add mod modNotesTx">
        <pc:chgData name="ADIB Allahham" userId="97605edd-f46c-4e29-aebb-39d3a79c5ffe" providerId="ADAL" clId="{F366E7D3-C0FD-4AD1-9C02-B324081124B2}" dt="2026-03-03T10:35:38.001" v="9934" actId="6549"/>
        <pc:sldMkLst>
          <pc:docMk/>
          <pc:sldMk cId="3407501153" sldId="501"/>
        </pc:sldMkLst>
        <pc:spChg chg="add mod">
          <ac:chgData name="ADIB Allahham" userId="97605edd-f46c-4e29-aebb-39d3a79c5ffe" providerId="ADAL" clId="{F366E7D3-C0FD-4AD1-9C02-B324081124B2}" dt="2026-03-02T10:35:06.372" v="8330" actId="1076"/>
          <ac:spMkLst>
            <pc:docMk/>
            <pc:sldMk cId="3407501153" sldId="501"/>
            <ac:spMk id="8" creationId="{DA07C2A2-C57A-3D6F-7997-2D7C8E4FD081}"/>
          </ac:spMkLst>
        </pc:spChg>
        <pc:spChg chg="add mod">
          <ac:chgData name="ADIB Allahham" userId="97605edd-f46c-4e29-aebb-39d3a79c5ffe" providerId="ADAL" clId="{F366E7D3-C0FD-4AD1-9C02-B324081124B2}" dt="2026-03-02T10:34:53.890" v="8326" actId="114"/>
          <ac:spMkLst>
            <pc:docMk/>
            <pc:sldMk cId="3407501153" sldId="501"/>
            <ac:spMk id="9" creationId="{73954D8B-6FDC-AA06-4F6E-58324E117891}"/>
          </ac:spMkLst>
        </pc:spChg>
        <pc:spChg chg="add del">
          <ac:chgData name="ADIB Allahham" userId="97605edd-f46c-4e29-aebb-39d3a79c5ffe" providerId="ADAL" clId="{F366E7D3-C0FD-4AD1-9C02-B324081124B2}" dt="2026-03-02T10:36:05.860" v="8332" actId="22"/>
          <ac:spMkLst>
            <pc:docMk/>
            <pc:sldMk cId="3407501153" sldId="501"/>
            <ac:spMk id="11" creationId="{9700491B-F951-44F6-5862-D0AC17BED66F}"/>
          </ac:spMkLst>
        </pc:spChg>
        <pc:spChg chg="add mod">
          <ac:chgData name="ADIB Allahham" userId="97605edd-f46c-4e29-aebb-39d3a79c5ffe" providerId="ADAL" clId="{F366E7D3-C0FD-4AD1-9C02-B324081124B2}" dt="2026-03-02T10:36:43.754" v="8340" actId="1076"/>
          <ac:spMkLst>
            <pc:docMk/>
            <pc:sldMk cId="3407501153" sldId="501"/>
            <ac:spMk id="13" creationId="{0D109860-D529-95AF-E352-2E20DBF28BC8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31" creationId="{5171C4A0-FEDE-4952-0677-51B7027833A0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32" creationId="{A06DC8A1-3E34-DBDA-BF9D-5E8F12161398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34" creationId="{E5F9A9F2-CF9C-BBAC-B704-62C18700AFD9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38" creationId="{67547378-78A6-B696-506A-DDF6E7FE2AAE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39" creationId="{30B2DB72-2EC4-3AB2-7CD9-F2FCA3F432CC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40" creationId="{CB902878-A9D2-5B48-399E-67C9AA78742C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41" creationId="{F35AC3BA-9CF4-9369-6D7B-03939C04C595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45" creationId="{EF2A4D52-298E-AD02-3028-F332B72AB118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47" creationId="{AF4129F5-C8EA-BE4B-1AB3-2B7F798BBC30}"/>
          </ac:spMkLst>
        </pc:spChg>
        <pc:spChg chg="del">
          <ac:chgData name="ADIB Allahham" userId="97605edd-f46c-4e29-aebb-39d3a79c5ffe" providerId="ADAL" clId="{F366E7D3-C0FD-4AD1-9C02-B324081124B2}" dt="2026-03-02T10:28:53.803" v="8292" actId="478"/>
          <ac:spMkLst>
            <pc:docMk/>
            <pc:sldMk cId="3407501153" sldId="501"/>
            <ac:spMk id="49" creationId="{9B4A0E94-0440-2B9B-CF61-101F1ED1BB38}"/>
          </ac:spMkLst>
        </pc:spChg>
        <pc:picChg chg="add mod">
          <ac:chgData name="ADIB Allahham" userId="97605edd-f46c-4e29-aebb-39d3a79c5ffe" providerId="ADAL" clId="{F366E7D3-C0FD-4AD1-9C02-B324081124B2}" dt="2026-03-02T10:36:59.542" v="8345" actId="1036"/>
          <ac:picMkLst>
            <pc:docMk/>
            <pc:sldMk cId="3407501153" sldId="501"/>
            <ac:picMk id="3" creationId="{246B4D4B-982E-9196-2361-F90D01D7B677}"/>
          </ac:picMkLst>
        </pc:picChg>
        <pc:picChg chg="add mod">
          <ac:chgData name="ADIB Allahham" userId="97605edd-f46c-4e29-aebb-39d3a79c5ffe" providerId="ADAL" clId="{F366E7D3-C0FD-4AD1-9C02-B324081124B2}" dt="2026-03-02T10:34:36.909" v="8321" actId="1076"/>
          <ac:picMkLst>
            <pc:docMk/>
            <pc:sldMk cId="3407501153" sldId="501"/>
            <ac:picMk id="5" creationId="{0899AAF9-C038-AB61-C11C-AA9BC4BE58EF}"/>
          </ac:picMkLst>
        </pc:picChg>
      </pc:sldChg>
      <pc:sldChg chg="addSp modSp add mod modNotesTx">
        <pc:chgData name="ADIB Allahham" userId="97605edd-f46c-4e29-aebb-39d3a79c5ffe" providerId="ADAL" clId="{F366E7D3-C0FD-4AD1-9C02-B324081124B2}" dt="2026-03-03T10:35:43.116" v="9936" actId="6549"/>
        <pc:sldMkLst>
          <pc:docMk/>
          <pc:sldMk cId="645872923" sldId="502"/>
        </pc:sldMkLst>
        <pc:spChg chg="add mod">
          <ac:chgData name="ADIB Allahham" userId="97605edd-f46c-4e29-aebb-39d3a79c5ffe" providerId="ADAL" clId="{F366E7D3-C0FD-4AD1-9C02-B324081124B2}" dt="2026-03-02T11:06:21.608" v="8612" actId="1076"/>
          <ac:spMkLst>
            <pc:docMk/>
            <pc:sldMk cId="645872923" sldId="502"/>
            <ac:spMk id="3" creationId="{8870FEEF-5DD4-E024-3119-4A3821474A49}"/>
          </ac:spMkLst>
        </pc:spChg>
        <pc:spChg chg="add mod">
          <ac:chgData name="ADIB Allahham" userId="97605edd-f46c-4e29-aebb-39d3a79c5ffe" providerId="ADAL" clId="{F366E7D3-C0FD-4AD1-9C02-B324081124B2}" dt="2026-03-02T11:06:21.608" v="8612" actId="1076"/>
          <ac:spMkLst>
            <pc:docMk/>
            <pc:sldMk cId="645872923" sldId="502"/>
            <ac:spMk id="4" creationId="{50F3D07C-B230-532B-FDA0-4F5834EBA20F}"/>
          </ac:spMkLst>
        </pc:spChg>
        <pc:spChg chg="add mod">
          <ac:chgData name="ADIB Allahham" userId="97605edd-f46c-4e29-aebb-39d3a79c5ffe" providerId="ADAL" clId="{F366E7D3-C0FD-4AD1-9C02-B324081124B2}" dt="2026-03-02T11:06:21.608" v="8612" actId="1076"/>
          <ac:spMkLst>
            <pc:docMk/>
            <pc:sldMk cId="645872923" sldId="502"/>
            <ac:spMk id="5" creationId="{3F1962EE-61E8-6AB6-DD8D-1D3ADAC4E9EF}"/>
          </ac:spMkLst>
        </pc:spChg>
        <pc:spChg chg="add mod">
          <ac:chgData name="ADIB Allahham" userId="97605edd-f46c-4e29-aebb-39d3a79c5ffe" providerId="ADAL" clId="{F366E7D3-C0FD-4AD1-9C02-B324081124B2}" dt="2026-03-02T11:06:21.608" v="8612" actId="1076"/>
          <ac:spMkLst>
            <pc:docMk/>
            <pc:sldMk cId="645872923" sldId="502"/>
            <ac:spMk id="6" creationId="{1D29E916-5426-AA8F-EA5F-C0BDD1681F8F}"/>
          </ac:spMkLst>
        </pc:spChg>
        <pc:spChg chg="add mod">
          <ac:chgData name="ADIB Allahham" userId="97605edd-f46c-4e29-aebb-39d3a79c5ffe" providerId="ADAL" clId="{F366E7D3-C0FD-4AD1-9C02-B324081124B2}" dt="2026-03-02T11:06:21.608" v="8612" actId="1076"/>
          <ac:spMkLst>
            <pc:docMk/>
            <pc:sldMk cId="645872923" sldId="502"/>
            <ac:spMk id="7" creationId="{31D6BC7D-71F6-09C9-8C21-7486C917E403}"/>
          </ac:spMkLst>
        </pc:spChg>
        <pc:spChg chg="add mod">
          <ac:chgData name="ADIB Allahham" userId="97605edd-f46c-4e29-aebb-39d3a79c5ffe" providerId="ADAL" clId="{F366E7D3-C0FD-4AD1-9C02-B324081124B2}" dt="2026-03-02T11:06:56.968" v="8623" actId="1076"/>
          <ac:spMkLst>
            <pc:docMk/>
            <pc:sldMk cId="645872923" sldId="502"/>
            <ac:spMk id="8" creationId="{EDDEFD32-9E73-1061-0D0B-2C1132B97194}"/>
          </ac:spMkLst>
        </pc:spChg>
        <pc:spChg chg="add mod">
          <ac:chgData name="ADIB Allahham" userId="97605edd-f46c-4e29-aebb-39d3a79c5ffe" providerId="ADAL" clId="{F366E7D3-C0FD-4AD1-9C02-B324081124B2}" dt="2026-03-02T11:07:58.958" v="8646" actId="122"/>
          <ac:spMkLst>
            <pc:docMk/>
            <pc:sldMk cId="645872923" sldId="502"/>
            <ac:spMk id="9" creationId="{7D073A84-D7A9-062C-71F0-E09F3C6D4BAC}"/>
          </ac:spMkLst>
        </pc:spChg>
        <pc:picChg chg="mod">
          <ac:chgData name="ADIB Allahham" userId="97605edd-f46c-4e29-aebb-39d3a79c5ffe" providerId="ADAL" clId="{F366E7D3-C0FD-4AD1-9C02-B324081124B2}" dt="2026-03-02T11:08:03.888" v="8648" actId="1076"/>
          <ac:picMkLst>
            <pc:docMk/>
            <pc:sldMk cId="645872923" sldId="502"/>
            <ac:picMk id="23" creationId="{F1E7E6A3-2D91-2247-EF17-F61A901B5F52}"/>
          </ac:picMkLst>
        </pc:picChg>
      </pc:sldChg>
      <pc:sldChg chg="addSp delSp modSp add del mod">
        <pc:chgData name="ADIB Allahham" userId="97605edd-f46c-4e29-aebb-39d3a79c5ffe" providerId="ADAL" clId="{F366E7D3-C0FD-4AD1-9C02-B324081124B2}" dt="2026-03-02T11:02:55.861" v="8519" actId="2696"/>
        <pc:sldMkLst>
          <pc:docMk/>
          <pc:sldMk cId="2146976773" sldId="502"/>
        </pc:sldMkLst>
        <pc:spChg chg="add del mod">
          <ac:chgData name="ADIB Allahham" userId="97605edd-f46c-4e29-aebb-39d3a79c5ffe" providerId="ADAL" clId="{F366E7D3-C0FD-4AD1-9C02-B324081124B2}" dt="2026-03-02T10:58:56.402" v="8511" actId="478"/>
          <ac:spMkLst>
            <pc:docMk/>
            <pc:sldMk cId="2146976773" sldId="502"/>
            <ac:spMk id="6" creationId="{EC79F0FD-3EF5-4664-689F-CAE003DC52E2}"/>
          </ac:spMkLst>
        </pc:spChg>
        <pc:spChg chg="del">
          <ac:chgData name="ADIB Allahham" userId="97605edd-f46c-4e29-aebb-39d3a79c5ffe" providerId="ADAL" clId="{F366E7D3-C0FD-4AD1-9C02-B324081124B2}" dt="2026-03-02T10:37:18.824" v="8352" actId="478"/>
          <ac:spMkLst>
            <pc:docMk/>
            <pc:sldMk cId="2146976773" sldId="502"/>
            <ac:spMk id="8" creationId="{6758223C-1A89-97E9-7A8C-C32721F6B6CA}"/>
          </ac:spMkLst>
        </pc:spChg>
        <pc:spChg chg="del">
          <ac:chgData name="ADIB Allahham" userId="97605edd-f46c-4e29-aebb-39d3a79c5ffe" providerId="ADAL" clId="{F366E7D3-C0FD-4AD1-9C02-B324081124B2}" dt="2026-03-02T10:37:16.307" v="8351" actId="478"/>
          <ac:spMkLst>
            <pc:docMk/>
            <pc:sldMk cId="2146976773" sldId="502"/>
            <ac:spMk id="9" creationId="{145DA20E-A866-1E6B-3414-81D13760D8F8}"/>
          </ac:spMkLst>
        </pc:spChg>
        <pc:spChg chg="add del mod">
          <ac:chgData name="ADIB Allahham" userId="97605edd-f46c-4e29-aebb-39d3a79c5ffe" providerId="ADAL" clId="{F366E7D3-C0FD-4AD1-9C02-B324081124B2}" dt="2026-03-02T10:58:56.402" v="8511" actId="478"/>
          <ac:spMkLst>
            <pc:docMk/>
            <pc:sldMk cId="2146976773" sldId="502"/>
            <ac:spMk id="11" creationId="{D1B6C0BE-85D1-2BE4-8220-0E5BEADF1FCF}"/>
          </ac:spMkLst>
        </pc:spChg>
        <pc:spChg chg="add del mod">
          <ac:chgData name="ADIB Allahham" userId="97605edd-f46c-4e29-aebb-39d3a79c5ffe" providerId="ADAL" clId="{F366E7D3-C0FD-4AD1-9C02-B324081124B2}" dt="2026-03-02T10:58:56.402" v="8511" actId="478"/>
          <ac:spMkLst>
            <pc:docMk/>
            <pc:sldMk cId="2146976773" sldId="502"/>
            <ac:spMk id="12" creationId="{F2B1E930-6851-4876-4850-B3E6FF3DC11D}"/>
          </ac:spMkLst>
        </pc:spChg>
        <pc:spChg chg="del">
          <ac:chgData name="ADIB Allahham" userId="97605edd-f46c-4e29-aebb-39d3a79c5ffe" providerId="ADAL" clId="{F366E7D3-C0FD-4AD1-9C02-B324081124B2}" dt="2026-03-02T10:37:16.307" v="8351" actId="478"/>
          <ac:spMkLst>
            <pc:docMk/>
            <pc:sldMk cId="2146976773" sldId="502"/>
            <ac:spMk id="13" creationId="{572B17B1-8E81-8409-5591-4D0CD5E615A7}"/>
          </ac:spMkLst>
        </pc:spChg>
        <pc:spChg chg="add del mod">
          <ac:chgData name="ADIB Allahham" userId="97605edd-f46c-4e29-aebb-39d3a79c5ffe" providerId="ADAL" clId="{F366E7D3-C0FD-4AD1-9C02-B324081124B2}" dt="2026-03-02T10:58:56.402" v="8511" actId="478"/>
          <ac:spMkLst>
            <pc:docMk/>
            <pc:sldMk cId="2146976773" sldId="502"/>
            <ac:spMk id="14" creationId="{B74078D2-163D-6570-5F11-7C8465D224C1}"/>
          </ac:spMkLst>
        </pc:spChg>
        <pc:spChg chg="add del mod">
          <ac:chgData name="ADIB Allahham" userId="97605edd-f46c-4e29-aebb-39d3a79c5ffe" providerId="ADAL" clId="{F366E7D3-C0FD-4AD1-9C02-B324081124B2}" dt="2026-03-02T10:58:56.402" v="8511" actId="478"/>
          <ac:spMkLst>
            <pc:docMk/>
            <pc:sldMk cId="2146976773" sldId="502"/>
            <ac:spMk id="15" creationId="{9A1AE7E8-68E9-3222-6864-0CDE2C8DFD24}"/>
          </ac:spMkLst>
        </pc:spChg>
        <pc:spChg chg="add del mod">
          <ac:chgData name="ADIB Allahham" userId="97605edd-f46c-4e29-aebb-39d3a79c5ffe" providerId="ADAL" clId="{F366E7D3-C0FD-4AD1-9C02-B324081124B2}" dt="2026-03-02T10:58:56.402" v="8511" actId="478"/>
          <ac:spMkLst>
            <pc:docMk/>
            <pc:sldMk cId="2146976773" sldId="502"/>
            <ac:spMk id="17" creationId="{39BE8E23-C2EE-95C8-0826-9203B936F038}"/>
          </ac:spMkLst>
        </pc:spChg>
        <pc:spChg chg="add del mod">
          <ac:chgData name="ADIB Allahham" userId="97605edd-f46c-4e29-aebb-39d3a79c5ffe" providerId="ADAL" clId="{F366E7D3-C0FD-4AD1-9C02-B324081124B2}" dt="2026-03-02T10:58:01.787" v="8495" actId="478"/>
          <ac:spMkLst>
            <pc:docMk/>
            <pc:sldMk cId="2146976773" sldId="502"/>
            <ac:spMk id="18" creationId="{C98A65D7-687E-217D-E981-F9F1937354D3}"/>
          </ac:spMkLst>
        </pc:spChg>
        <pc:spChg chg="add mod">
          <ac:chgData name="ADIB Allahham" userId="97605edd-f46c-4e29-aebb-39d3a79c5ffe" providerId="ADAL" clId="{F366E7D3-C0FD-4AD1-9C02-B324081124B2}" dt="2026-03-02T10:57:47.513" v="8494"/>
          <ac:spMkLst>
            <pc:docMk/>
            <pc:sldMk cId="2146976773" sldId="502"/>
            <ac:spMk id="19" creationId="{CE174B3B-9D33-988E-8065-AE66348321A7}"/>
          </ac:spMkLst>
        </pc:spChg>
        <pc:spChg chg="add del mod">
          <ac:chgData name="ADIB Allahham" userId="97605edd-f46c-4e29-aebb-39d3a79c5ffe" providerId="ADAL" clId="{F366E7D3-C0FD-4AD1-9C02-B324081124B2}" dt="2026-03-02T10:59:01.662" v="8513" actId="478"/>
          <ac:spMkLst>
            <pc:docMk/>
            <pc:sldMk cId="2146976773" sldId="502"/>
            <ac:spMk id="20" creationId="{45EE905A-86D1-5D8E-993A-8B8ECF0D87A2}"/>
          </ac:spMkLst>
        </pc:spChg>
        <pc:spChg chg="add del mod">
          <ac:chgData name="ADIB Allahham" userId="97605edd-f46c-4e29-aebb-39d3a79c5ffe" providerId="ADAL" clId="{F366E7D3-C0FD-4AD1-9C02-B324081124B2}" dt="2026-03-02T10:58:59.410" v="8512" actId="478"/>
          <ac:spMkLst>
            <pc:docMk/>
            <pc:sldMk cId="2146976773" sldId="502"/>
            <ac:spMk id="21" creationId="{7337C0AF-7850-9EDD-8F8F-8955FED82B79}"/>
          </ac:spMkLst>
        </pc:spChg>
        <pc:spChg chg="mod">
          <ac:chgData name="ADIB Allahham" userId="97605edd-f46c-4e29-aebb-39d3a79c5ffe" providerId="ADAL" clId="{F366E7D3-C0FD-4AD1-9C02-B324081124B2}" dt="2026-03-02T10:59:29.788" v="8516"/>
          <ac:spMkLst>
            <pc:docMk/>
            <pc:sldMk cId="2146976773" sldId="502"/>
            <ac:spMk id="33" creationId="{88C37EC3-AC5F-5EF6-2EC6-2E2C6279FFC7}"/>
          </ac:spMkLst>
        </pc:spChg>
        <pc:picChg chg="add del mod">
          <ac:chgData name="ADIB Allahham" userId="97605edd-f46c-4e29-aebb-39d3a79c5ffe" providerId="ADAL" clId="{F366E7D3-C0FD-4AD1-9C02-B324081124B2}" dt="2026-03-02T10:37:07.756" v="8348" actId="478"/>
          <ac:picMkLst>
            <pc:docMk/>
            <pc:sldMk cId="2146976773" sldId="502"/>
            <ac:picMk id="2" creationId="{04AB0EC7-EA44-98D1-E151-470062BC285C}"/>
          </ac:picMkLst>
        </pc:picChg>
        <pc:picChg chg="del">
          <ac:chgData name="ADIB Allahham" userId="97605edd-f46c-4e29-aebb-39d3a79c5ffe" providerId="ADAL" clId="{F366E7D3-C0FD-4AD1-9C02-B324081124B2}" dt="2026-03-02T10:37:11.410" v="8349" actId="478"/>
          <ac:picMkLst>
            <pc:docMk/>
            <pc:sldMk cId="2146976773" sldId="502"/>
            <ac:picMk id="3" creationId="{EF96E092-E474-B00B-03DC-6731D1C952A3}"/>
          </ac:picMkLst>
        </pc:picChg>
        <pc:picChg chg="add del mod">
          <ac:chgData name="ADIB Allahham" userId="97605edd-f46c-4e29-aebb-39d3a79c5ffe" providerId="ADAL" clId="{F366E7D3-C0FD-4AD1-9C02-B324081124B2}" dt="2026-03-02T10:37:07.756" v="8348" actId="478"/>
          <ac:picMkLst>
            <pc:docMk/>
            <pc:sldMk cId="2146976773" sldId="502"/>
            <ac:picMk id="4" creationId="{23D30DC1-70AD-5B11-9F83-9766470DE299}"/>
          </ac:picMkLst>
        </pc:picChg>
        <pc:picChg chg="del">
          <ac:chgData name="ADIB Allahham" userId="97605edd-f46c-4e29-aebb-39d3a79c5ffe" providerId="ADAL" clId="{F366E7D3-C0FD-4AD1-9C02-B324081124B2}" dt="2026-03-02T10:37:13.282" v="8350" actId="478"/>
          <ac:picMkLst>
            <pc:docMk/>
            <pc:sldMk cId="2146976773" sldId="502"/>
            <ac:picMk id="5" creationId="{684A8A12-6EA7-CE62-C1E2-399D7C6A80F2}"/>
          </ac:picMkLst>
        </pc:picChg>
        <pc:picChg chg="add del mod">
          <ac:chgData name="ADIB Allahham" userId="97605edd-f46c-4e29-aebb-39d3a79c5ffe" providerId="ADAL" clId="{F366E7D3-C0FD-4AD1-9C02-B324081124B2}" dt="2026-03-02T10:58:56.402" v="8511" actId="478"/>
          <ac:picMkLst>
            <pc:docMk/>
            <pc:sldMk cId="2146976773" sldId="502"/>
            <ac:picMk id="10" creationId="{A48FF44B-4498-3950-8D1F-6E4F7CE75F7E}"/>
          </ac:picMkLst>
        </pc:picChg>
        <pc:picChg chg="add mod">
          <ac:chgData name="ADIB Allahham" userId="97605edd-f46c-4e29-aebb-39d3a79c5ffe" providerId="ADAL" clId="{F366E7D3-C0FD-4AD1-9C02-B324081124B2}" dt="2026-03-02T11:02:50.026" v="8518" actId="1076"/>
          <ac:picMkLst>
            <pc:docMk/>
            <pc:sldMk cId="2146976773" sldId="502"/>
            <ac:picMk id="23" creationId="{F1E7E6A3-2D91-2247-EF17-F61A901B5F52}"/>
          </ac:picMkLst>
        </pc:picChg>
      </pc:sldChg>
      <pc:sldChg chg="add modNotesTx">
        <pc:chgData name="ADIB Allahham" userId="97605edd-f46c-4e29-aebb-39d3a79c5ffe" providerId="ADAL" clId="{F366E7D3-C0FD-4AD1-9C02-B324081124B2}" dt="2026-03-03T10:35:40.337" v="9935" actId="6549"/>
        <pc:sldMkLst>
          <pc:docMk/>
          <pc:sldMk cId="618080590" sldId="503"/>
        </pc:sldMkLst>
      </pc:sldChg>
      <pc:sldChg chg="addSp delSp modSp add mod modNotesTx">
        <pc:chgData name="ADIB Allahham" userId="97605edd-f46c-4e29-aebb-39d3a79c5ffe" providerId="ADAL" clId="{F366E7D3-C0FD-4AD1-9C02-B324081124B2}" dt="2026-03-03T10:35:45.688" v="9937" actId="6549"/>
        <pc:sldMkLst>
          <pc:docMk/>
          <pc:sldMk cId="459829725" sldId="504"/>
        </pc:sldMkLst>
        <pc:spChg chg="del">
          <ac:chgData name="ADIB Allahham" userId="97605edd-f46c-4e29-aebb-39d3a79c5ffe" providerId="ADAL" clId="{F366E7D3-C0FD-4AD1-9C02-B324081124B2}" dt="2026-03-02T11:10:46.351" v="8652" actId="478"/>
          <ac:spMkLst>
            <pc:docMk/>
            <pc:sldMk cId="459829725" sldId="504"/>
            <ac:spMk id="3" creationId="{C9491F4A-9988-35DB-FF20-D09F72C7C04B}"/>
          </ac:spMkLst>
        </pc:spChg>
        <pc:spChg chg="mod">
          <ac:chgData name="ADIB Allahham" userId="97605edd-f46c-4e29-aebb-39d3a79c5ffe" providerId="ADAL" clId="{F366E7D3-C0FD-4AD1-9C02-B324081124B2}" dt="2026-03-02T11:13:37.989" v="8669" actId="1076"/>
          <ac:spMkLst>
            <pc:docMk/>
            <pc:sldMk cId="459829725" sldId="504"/>
            <ac:spMk id="4" creationId="{CED006F5-FF51-5309-ECBD-6FEE05546B11}"/>
          </ac:spMkLst>
        </pc:spChg>
        <pc:spChg chg="mod">
          <ac:chgData name="ADIB Allahham" userId="97605edd-f46c-4e29-aebb-39d3a79c5ffe" providerId="ADAL" clId="{F366E7D3-C0FD-4AD1-9C02-B324081124B2}" dt="2026-03-02T11:13:37.989" v="8669" actId="1076"/>
          <ac:spMkLst>
            <pc:docMk/>
            <pc:sldMk cId="459829725" sldId="504"/>
            <ac:spMk id="5" creationId="{B5BCDF83-6A84-80E1-1EED-21D5A4A62560}"/>
          </ac:spMkLst>
        </pc:spChg>
        <pc:spChg chg="mod">
          <ac:chgData name="ADIB Allahham" userId="97605edd-f46c-4e29-aebb-39d3a79c5ffe" providerId="ADAL" clId="{F366E7D3-C0FD-4AD1-9C02-B324081124B2}" dt="2026-03-02T11:13:37.989" v="8669" actId="1076"/>
          <ac:spMkLst>
            <pc:docMk/>
            <pc:sldMk cId="459829725" sldId="504"/>
            <ac:spMk id="6" creationId="{38FD5143-793D-CC74-B710-F819E4CFF064}"/>
          </ac:spMkLst>
        </pc:spChg>
        <pc:spChg chg="mod">
          <ac:chgData name="ADIB Allahham" userId="97605edd-f46c-4e29-aebb-39d3a79c5ffe" providerId="ADAL" clId="{F366E7D3-C0FD-4AD1-9C02-B324081124B2}" dt="2026-03-02T11:13:37.989" v="8669" actId="1076"/>
          <ac:spMkLst>
            <pc:docMk/>
            <pc:sldMk cId="459829725" sldId="504"/>
            <ac:spMk id="7" creationId="{CDDADFD0-DD8B-34BE-47DC-95B5915E2643}"/>
          </ac:spMkLst>
        </pc:spChg>
        <pc:spChg chg="del">
          <ac:chgData name="ADIB Allahham" userId="97605edd-f46c-4e29-aebb-39d3a79c5ffe" providerId="ADAL" clId="{F366E7D3-C0FD-4AD1-9C02-B324081124B2}" dt="2026-03-02T11:10:42.239" v="8651" actId="478"/>
          <ac:spMkLst>
            <pc:docMk/>
            <pc:sldMk cId="459829725" sldId="504"/>
            <ac:spMk id="8" creationId="{709A1833-263D-6D3C-64D1-D41EAD097093}"/>
          </ac:spMkLst>
        </pc:spChg>
        <pc:spChg chg="del">
          <ac:chgData name="ADIB Allahham" userId="97605edd-f46c-4e29-aebb-39d3a79c5ffe" providerId="ADAL" clId="{F366E7D3-C0FD-4AD1-9C02-B324081124B2}" dt="2026-03-02T11:10:46.351" v="8652" actId="478"/>
          <ac:spMkLst>
            <pc:docMk/>
            <pc:sldMk cId="459829725" sldId="504"/>
            <ac:spMk id="9" creationId="{99DD59B6-00A2-54D6-F7C5-A5C1DF68F9B0}"/>
          </ac:spMkLst>
        </pc:spChg>
        <pc:spChg chg="add del mod">
          <ac:chgData name="ADIB Allahham" userId="97605edd-f46c-4e29-aebb-39d3a79c5ffe" providerId="ADAL" clId="{F366E7D3-C0FD-4AD1-9C02-B324081124B2}" dt="2026-03-02T11:14:53.699" v="8688" actId="478"/>
          <ac:spMkLst>
            <pc:docMk/>
            <pc:sldMk cId="459829725" sldId="504"/>
            <ac:spMk id="12" creationId="{FF52C2F8-E4A7-6459-2FFE-64DDC3D6642D}"/>
          </ac:spMkLst>
        </pc:spChg>
        <pc:spChg chg="add mod">
          <ac:chgData name="ADIB Allahham" userId="97605edd-f46c-4e29-aebb-39d3a79c5ffe" providerId="ADAL" clId="{F366E7D3-C0FD-4AD1-9C02-B324081124B2}" dt="2026-03-02T11:13:37.989" v="8669" actId="1076"/>
          <ac:spMkLst>
            <pc:docMk/>
            <pc:sldMk cId="459829725" sldId="504"/>
            <ac:spMk id="14" creationId="{DE0D5972-255D-A968-AE2E-FB2354A74674}"/>
          </ac:spMkLst>
        </pc:spChg>
        <pc:spChg chg="add mod">
          <ac:chgData name="ADIB Allahham" userId="97605edd-f46c-4e29-aebb-39d3a79c5ffe" providerId="ADAL" clId="{F366E7D3-C0FD-4AD1-9C02-B324081124B2}" dt="2026-03-02T11:13:41.187" v="8670" actId="1076"/>
          <ac:spMkLst>
            <pc:docMk/>
            <pc:sldMk cId="459829725" sldId="504"/>
            <ac:spMk id="15" creationId="{5766812F-53FE-A047-9322-8FFFBF44B574}"/>
          </ac:spMkLst>
        </pc:spChg>
        <pc:spChg chg="add mod">
          <ac:chgData name="ADIB Allahham" userId="97605edd-f46c-4e29-aebb-39d3a79c5ffe" providerId="ADAL" clId="{F366E7D3-C0FD-4AD1-9C02-B324081124B2}" dt="2026-03-02T11:14:03.053" v="8672" actId="1076"/>
          <ac:spMkLst>
            <pc:docMk/>
            <pc:sldMk cId="459829725" sldId="504"/>
            <ac:spMk id="16" creationId="{A7CC9C94-A2FD-818E-9EC2-D5600E81D495}"/>
          </ac:spMkLst>
        </pc:spChg>
        <pc:spChg chg="add mod">
          <ac:chgData name="ADIB Allahham" userId="97605edd-f46c-4e29-aebb-39d3a79c5ffe" providerId="ADAL" clId="{F366E7D3-C0FD-4AD1-9C02-B324081124B2}" dt="2026-03-02T11:14:48.866" v="8687" actId="1076"/>
          <ac:spMkLst>
            <pc:docMk/>
            <pc:sldMk cId="459829725" sldId="504"/>
            <ac:spMk id="17" creationId="{551A4662-981F-BD8F-AE3E-69766570A5AF}"/>
          </ac:spMkLst>
        </pc:spChg>
        <pc:picChg chg="add mod">
          <ac:chgData name="ADIB Allahham" userId="97605edd-f46c-4e29-aebb-39d3a79c5ffe" providerId="ADAL" clId="{F366E7D3-C0FD-4AD1-9C02-B324081124B2}" dt="2026-03-02T11:13:37.989" v="8669" actId="1076"/>
          <ac:picMkLst>
            <pc:docMk/>
            <pc:sldMk cId="459829725" sldId="504"/>
            <ac:picMk id="10" creationId="{99C36F8A-73F3-32E4-306F-866E7305A3AB}"/>
          </ac:picMkLst>
        </pc:picChg>
        <pc:picChg chg="del">
          <ac:chgData name="ADIB Allahham" userId="97605edd-f46c-4e29-aebb-39d3a79c5ffe" providerId="ADAL" clId="{F366E7D3-C0FD-4AD1-9C02-B324081124B2}" dt="2026-03-02T11:10:37.482" v="8650" actId="478"/>
          <ac:picMkLst>
            <pc:docMk/>
            <pc:sldMk cId="459829725" sldId="504"/>
            <ac:picMk id="23" creationId="{AE85BC08-583D-7976-58D5-6B8E94B79E32}"/>
          </ac:picMkLst>
        </pc:picChg>
      </pc:sldChg>
      <pc:sldChg chg="addSp delSp modSp add del mod">
        <pc:chgData name="ADIB Allahham" userId="97605edd-f46c-4e29-aebb-39d3a79c5ffe" providerId="ADAL" clId="{F366E7D3-C0FD-4AD1-9C02-B324081124B2}" dt="2026-03-02T12:35:38.145" v="8944" actId="47"/>
        <pc:sldMkLst>
          <pc:docMk/>
          <pc:sldMk cId="3147743828" sldId="505"/>
        </pc:sldMkLst>
        <pc:spChg chg="add del mod">
          <ac:chgData name="ADIB Allahham" userId="97605edd-f46c-4e29-aebb-39d3a79c5ffe" providerId="ADAL" clId="{F366E7D3-C0FD-4AD1-9C02-B324081124B2}" dt="2026-03-02T11:57:50.852" v="8742" actId="478"/>
          <ac:spMkLst>
            <pc:docMk/>
            <pc:sldMk cId="3147743828" sldId="505"/>
            <ac:spMk id="2" creationId="{3F500EDA-9EDA-757E-5FE7-CF4D69567934}"/>
          </ac:spMkLst>
        </pc:spChg>
        <pc:spChg chg="add del mod">
          <ac:chgData name="ADIB Allahham" userId="97605edd-f46c-4e29-aebb-39d3a79c5ffe" providerId="ADAL" clId="{F366E7D3-C0FD-4AD1-9C02-B324081124B2}" dt="2026-03-02T12:30:26.280" v="8892" actId="1035"/>
          <ac:spMkLst>
            <pc:docMk/>
            <pc:sldMk cId="3147743828" sldId="505"/>
            <ac:spMk id="3" creationId="{F390A044-292B-9AED-9DC6-8B19386EF203}"/>
          </ac:spMkLst>
        </pc:spChg>
        <pc:spChg chg="del">
          <ac:chgData name="ADIB Allahham" userId="97605edd-f46c-4e29-aebb-39d3a79c5ffe" providerId="ADAL" clId="{F366E7D3-C0FD-4AD1-9C02-B324081124B2}" dt="2026-03-02T11:27:21.510" v="8691" actId="478"/>
          <ac:spMkLst>
            <pc:docMk/>
            <pc:sldMk cId="3147743828" sldId="505"/>
            <ac:spMk id="4" creationId="{9E5E697B-5D42-ACD8-0CE6-97C91E1B5397}"/>
          </ac:spMkLst>
        </pc:spChg>
        <pc:spChg chg="del">
          <ac:chgData name="ADIB Allahham" userId="97605edd-f46c-4e29-aebb-39d3a79c5ffe" providerId="ADAL" clId="{F366E7D3-C0FD-4AD1-9C02-B324081124B2}" dt="2026-03-02T11:27:21.510" v="8691" actId="478"/>
          <ac:spMkLst>
            <pc:docMk/>
            <pc:sldMk cId="3147743828" sldId="505"/>
            <ac:spMk id="5" creationId="{38B3D44D-8910-DC9F-7A3F-81F8F823CB3D}"/>
          </ac:spMkLst>
        </pc:spChg>
        <pc:spChg chg="del">
          <ac:chgData name="ADIB Allahham" userId="97605edd-f46c-4e29-aebb-39d3a79c5ffe" providerId="ADAL" clId="{F366E7D3-C0FD-4AD1-9C02-B324081124B2}" dt="2026-03-02T11:27:21.510" v="8691" actId="478"/>
          <ac:spMkLst>
            <pc:docMk/>
            <pc:sldMk cId="3147743828" sldId="505"/>
            <ac:spMk id="6" creationId="{957A5DC4-FFDE-70B8-C579-6A4778DED9CB}"/>
          </ac:spMkLst>
        </pc:spChg>
        <pc:spChg chg="del">
          <ac:chgData name="ADIB Allahham" userId="97605edd-f46c-4e29-aebb-39d3a79c5ffe" providerId="ADAL" clId="{F366E7D3-C0FD-4AD1-9C02-B324081124B2}" dt="2026-03-02T11:27:21.510" v="8691" actId="478"/>
          <ac:spMkLst>
            <pc:docMk/>
            <pc:sldMk cId="3147743828" sldId="505"/>
            <ac:spMk id="7" creationId="{13D050BE-FEC9-DB67-F9C0-D3140A29C58D}"/>
          </ac:spMkLst>
        </pc:spChg>
        <pc:spChg chg="add del mod">
          <ac:chgData name="ADIB Allahham" userId="97605edd-f46c-4e29-aebb-39d3a79c5ffe" providerId="ADAL" clId="{F366E7D3-C0FD-4AD1-9C02-B324081124B2}" dt="2026-03-02T12:30:29.854" v="8894" actId="1076"/>
          <ac:spMkLst>
            <pc:docMk/>
            <pc:sldMk cId="3147743828" sldId="505"/>
            <ac:spMk id="8" creationId="{748BA019-A4FF-0BA9-58D8-917F92DA042D}"/>
          </ac:spMkLst>
        </pc:spChg>
        <pc:spChg chg="del mod">
          <ac:chgData name="ADIB Allahham" userId="97605edd-f46c-4e29-aebb-39d3a79c5ffe" providerId="ADAL" clId="{F366E7D3-C0FD-4AD1-9C02-B324081124B2}" dt="2026-03-02T11:52:52.748" v="8716" actId="478"/>
          <ac:spMkLst>
            <pc:docMk/>
            <pc:sldMk cId="3147743828" sldId="505"/>
            <ac:spMk id="9" creationId="{03A25DA1-CF29-F6D6-79DD-28E66FD0A78C}"/>
          </ac:spMkLst>
        </pc:spChg>
        <pc:spChg chg="del">
          <ac:chgData name="ADIB Allahham" userId="97605edd-f46c-4e29-aebb-39d3a79c5ffe" providerId="ADAL" clId="{F366E7D3-C0FD-4AD1-9C02-B324081124B2}" dt="2026-03-02T11:27:26.856" v="8692" actId="478"/>
          <ac:spMkLst>
            <pc:docMk/>
            <pc:sldMk cId="3147743828" sldId="505"/>
            <ac:spMk id="14" creationId="{106AFB85-0CAC-85CA-1B89-F2B79E33B163}"/>
          </ac:spMkLst>
        </pc:spChg>
        <pc:spChg chg="del">
          <ac:chgData name="ADIB Allahham" userId="97605edd-f46c-4e29-aebb-39d3a79c5ffe" providerId="ADAL" clId="{F366E7D3-C0FD-4AD1-9C02-B324081124B2}" dt="2026-03-02T11:27:26.856" v="8692" actId="478"/>
          <ac:spMkLst>
            <pc:docMk/>
            <pc:sldMk cId="3147743828" sldId="505"/>
            <ac:spMk id="15" creationId="{4A3E4AB9-9FCF-5C4F-D21C-A3AFDEA16ECD}"/>
          </ac:spMkLst>
        </pc:spChg>
        <pc:spChg chg="del">
          <ac:chgData name="ADIB Allahham" userId="97605edd-f46c-4e29-aebb-39d3a79c5ffe" providerId="ADAL" clId="{F366E7D3-C0FD-4AD1-9C02-B324081124B2}" dt="2026-03-02T11:27:21.510" v="8691" actId="478"/>
          <ac:spMkLst>
            <pc:docMk/>
            <pc:sldMk cId="3147743828" sldId="505"/>
            <ac:spMk id="16" creationId="{0AC5C3BD-C988-8188-0D58-404392D5380F}"/>
          </ac:spMkLst>
        </pc:spChg>
        <pc:spChg chg="del">
          <ac:chgData name="ADIB Allahham" userId="97605edd-f46c-4e29-aebb-39d3a79c5ffe" providerId="ADAL" clId="{F366E7D3-C0FD-4AD1-9C02-B324081124B2}" dt="2026-03-02T11:27:21.510" v="8691" actId="478"/>
          <ac:spMkLst>
            <pc:docMk/>
            <pc:sldMk cId="3147743828" sldId="505"/>
            <ac:spMk id="17" creationId="{FC813511-AA10-C2E9-46FB-7A8A42E2DCB2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18" creationId="{85D7497E-442C-71AC-7258-260ABA8F41BF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19" creationId="{8CC056C4-42A3-88B3-3890-D21428BCE947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21" creationId="{6BD1A715-F12A-0111-746C-32E61A00B917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23" creationId="{1672B4B2-8877-45CC-A7F8-8CEB2AAFD062}"/>
          </ac:spMkLst>
        </pc:spChg>
        <pc:spChg chg="mod">
          <ac:chgData name="ADIB Allahham" userId="97605edd-f46c-4e29-aebb-39d3a79c5ffe" providerId="ADAL" clId="{F366E7D3-C0FD-4AD1-9C02-B324081124B2}" dt="2026-03-02T11:57:47.471" v="8741" actId="20577"/>
          <ac:spMkLst>
            <pc:docMk/>
            <pc:sldMk cId="3147743828" sldId="505"/>
            <ac:spMk id="33" creationId="{2CBC9C28-F176-0E52-2108-2509997D139B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44" creationId="{69D834FD-E5A2-9FC5-8765-2B14E0F5D41E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48" creationId="{26F3B2B5-8429-1E5B-4958-F837A7FBBFFB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54" creationId="{1A6466DE-8E62-C423-1E37-5C03A804FFE1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58" creationId="{90E9DE43-0AD4-C379-0199-B20AB612A32D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64" creationId="{14BD2328-2695-C9F0-BEC8-FC36167CB5C8}"/>
          </ac:spMkLst>
        </pc:spChg>
        <pc:spChg chg="add del mod">
          <ac:chgData name="ADIB Allahham" userId="97605edd-f46c-4e29-aebb-39d3a79c5ffe" providerId="ADAL" clId="{F366E7D3-C0FD-4AD1-9C02-B324081124B2}" dt="2026-03-02T11:52:56.820" v="8717" actId="478"/>
          <ac:spMkLst>
            <pc:docMk/>
            <pc:sldMk cId="3147743828" sldId="505"/>
            <ac:spMk id="70" creationId="{BBA5CA89-9021-9779-64B5-8B15B3C7697C}"/>
          </ac:spMkLst>
        </pc:spChg>
        <pc:spChg chg="add del mod">
          <ac:chgData name="ADIB Allahham" userId="97605edd-f46c-4e29-aebb-39d3a79c5ffe" providerId="ADAL" clId="{F366E7D3-C0FD-4AD1-9C02-B324081124B2}" dt="2026-03-02T11:54:06.292" v="8723" actId="478"/>
          <ac:spMkLst>
            <pc:docMk/>
            <pc:sldMk cId="3147743828" sldId="505"/>
            <ac:spMk id="92" creationId="{76C20CB9-6722-C315-B2DB-0E77B137B3FD}"/>
          </ac:spMkLst>
        </pc:spChg>
        <pc:spChg chg="add del mod">
          <ac:chgData name="ADIB Allahham" userId="97605edd-f46c-4e29-aebb-39d3a79c5ffe" providerId="ADAL" clId="{F366E7D3-C0FD-4AD1-9C02-B324081124B2}" dt="2026-03-02T11:57:18.690" v="8736" actId="478"/>
          <ac:spMkLst>
            <pc:docMk/>
            <pc:sldMk cId="3147743828" sldId="505"/>
            <ac:spMk id="94" creationId="{BD133EFD-E859-5A5E-1516-F0320F3428DC}"/>
          </ac:spMkLst>
        </pc:spChg>
        <pc:spChg chg="add mod">
          <ac:chgData name="ADIB Allahham" userId="97605edd-f46c-4e29-aebb-39d3a79c5ffe" providerId="ADAL" clId="{F366E7D3-C0FD-4AD1-9C02-B324081124B2}" dt="2026-03-02T11:59:34.451" v="8744"/>
          <ac:spMkLst>
            <pc:docMk/>
            <pc:sldMk cId="3147743828" sldId="505"/>
            <ac:spMk id="95" creationId="{B4659DD1-0CE2-E426-2FD1-DAFA6ECF5373}"/>
          </ac:spMkLst>
        </pc:spChg>
        <pc:spChg chg="add mod">
          <ac:chgData name="ADIB Allahham" userId="97605edd-f46c-4e29-aebb-39d3a79c5ffe" providerId="ADAL" clId="{F366E7D3-C0FD-4AD1-9C02-B324081124B2}" dt="2026-03-02T11:59:34.451" v="8744"/>
          <ac:spMkLst>
            <pc:docMk/>
            <pc:sldMk cId="3147743828" sldId="505"/>
            <ac:spMk id="96" creationId="{B56B6AD2-0D93-EC1C-7964-B81EFE99A452}"/>
          </ac:spMkLst>
        </pc:spChg>
        <pc:spChg chg="add mod">
          <ac:chgData name="ADIB Allahham" userId="97605edd-f46c-4e29-aebb-39d3a79c5ffe" providerId="ADAL" clId="{F366E7D3-C0FD-4AD1-9C02-B324081124B2}" dt="2026-03-02T11:59:34.451" v="8744"/>
          <ac:spMkLst>
            <pc:docMk/>
            <pc:sldMk cId="3147743828" sldId="505"/>
            <ac:spMk id="97" creationId="{8FA7D3FB-67BA-1EA6-F38A-0C572AD37BD6}"/>
          </ac:spMkLst>
        </pc:spChg>
        <pc:spChg chg="add mod">
          <ac:chgData name="ADIB Allahham" userId="97605edd-f46c-4e29-aebb-39d3a79c5ffe" providerId="ADAL" clId="{F366E7D3-C0FD-4AD1-9C02-B324081124B2}" dt="2026-03-02T11:59:34.451" v="8744"/>
          <ac:spMkLst>
            <pc:docMk/>
            <pc:sldMk cId="3147743828" sldId="505"/>
            <ac:spMk id="98" creationId="{63FEB9C5-1C56-4896-A327-59D5F3D2DC82}"/>
          </ac:spMkLst>
        </pc:spChg>
        <pc:spChg chg="add mod">
          <ac:chgData name="ADIB Allahham" userId="97605edd-f46c-4e29-aebb-39d3a79c5ffe" providerId="ADAL" clId="{F366E7D3-C0FD-4AD1-9C02-B324081124B2}" dt="2026-03-02T11:59:34.451" v="8744"/>
          <ac:spMkLst>
            <pc:docMk/>
            <pc:sldMk cId="3147743828" sldId="505"/>
            <ac:spMk id="99" creationId="{656EDD6A-CE3F-9534-1C54-B3193DB21E03}"/>
          </ac:spMkLst>
        </pc:spChg>
        <pc:spChg chg="add mod">
          <ac:chgData name="ADIB Allahham" userId="97605edd-f46c-4e29-aebb-39d3a79c5ffe" providerId="ADAL" clId="{F366E7D3-C0FD-4AD1-9C02-B324081124B2}" dt="2026-03-02T11:59:34.451" v="8744"/>
          <ac:spMkLst>
            <pc:docMk/>
            <pc:sldMk cId="3147743828" sldId="505"/>
            <ac:spMk id="100" creationId="{FF8A9F0E-6098-A39C-07E7-6565E3600F4A}"/>
          </ac:spMkLst>
        </pc:spChg>
        <pc:spChg chg="add mod">
          <ac:chgData name="ADIB Allahham" userId="97605edd-f46c-4e29-aebb-39d3a79c5ffe" providerId="ADAL" clId="{F366E7D3-C0FD-4AD1-9C02-B324081124B2}" dt="2026-03-02T11:59:34.451" v="8744"/>
          <ac:spMkLst>
            <pc:docMk/>
            <pc:sldMk cId="3147743828" sldId="505"/>
            <ac:spMk id="101" creationId="{3D2844DD-6402-9617-19A6-FD8A18357523}"/>
          </ac:spMkLst>
        </pc:spChg>
        <pc:spChg chg="add mod">
          <ac:chgData name="ADIB Allahham" userId="97605edd-f46c-4e29-aebb-39d3a79c5ffe" providerId="ADAL" clId="{F366E7D3-C0FD-4AD1-9C02-B324081124B2}" dt="2026-03-02T12:30:35.335" v="8895" actId="1076"/>
          <ac:spMkLst>
            <pc:docMk/>
            <pc:sldMk cId="3147743828" sldId="505"/>
            <ac:spMk id="102" creationId="{176F7FB3-9530-EEC6-FBD2-456C62F8F972}"/>
          </ac:spMkLst>
        </pc:spChg>
        <pc:spChg chg="add mod">
          <ac:chgData name="ADIB Allahham" userId="97605edd-f46c-4e29-aebb-39d3a79c5ffe" providerId="ADAL" clId="{F366E7D3-C0FD-4AD1-9C02-B324081124B2}" dt="2026-03-02T12:30:35.335" v="8895" actId="1076"/>
          <ac:spMkLst>
            <pc:docMk/>
            <pc:sldMk cId="3147743828" sldId="505"/>
            <ac:spMk id="103" creationId="{BED4F0C5-5974-DFCC-B430-43773E2E5AF8}"/>
          </ac:spMkLst>
        </pc:spChg>
        <pc:spChg chg="add mod">
          <ac:chgData name="ADIB Allahham" userId="97605edd-f46c-4e29-aebb-39d3a79c5ffe" providerId="ADAL" clId="{F366E7D3-C0FD-4AD1-9C02-B324081124B2}" dt="2026-03-02T12:30:35.335" v="8895" actId="1076"/>
          <ac:spMkLst>
            <pc:docMk/>
            <pc:sldMk cId="3147743828" sldId="505"/>
            <ac:spMk id="104" creationId="{87806304-287F-8CB6-1230-9D967A325106}"/>
          </ac:spMkLst>
        </pc:spChg>
        <pc:spChg chg="add mod">
          <ac:chgData name="ADIB Allahham" userId="97605edd-f46c-4e29-aebb-39d3a79c5ffe" providerId="ADAL" clId="{F366E7D3-C0FD-4AD1-9C02-B324081124B2}" dt="2026-03-02T12:30:35.335" v="8895" actId="1076"/>
          <ac:spMkLst>
            <pc:docMk/>
            <pc:sldMk cId="3147743828" sldId="505"/>
            <ac:spMk id="105" creationId="{54081ECC-D8BE-3CBE-1DFC-FC71AFF853B2}"/>
          </ac:spMkLst>
        </pc:spChg>
        <pc:spChg chg="add mod">
          <ac:chgData name="ADIB Allahham" userId="97605edd-f46c-4e29-aebb-39d3a79c5ffe" providerId="ADAL" clId="{F366E7D3-C0FD-4AD1-9C02-B324081124B2}" dt="2026-03-02T12:30:35.335" v="8895" actId="1076"/>
          <ac:spMkLst>
            <pc:docMk/>
            <pc:sldMk cId="3147743828" sldId="505"/>
            <ac:spMk id="106" creationId="{99D72FA2-26AB-7650-15C8-F14463BE88F9}"/>
          </ac:spMkLst>
        </pc:spChg>
        <pc:spChg chg="add mod">
          <ac:chgData name="ADIB Allahham" userId="97605edd-f46c-4e29-aebb-39d3a79c5ffe" providerId="ADAL" clId="{F366E7D3-C0FD-4AD1-9C02-B324081124B2}" dt="2026-03-02T12:30:35.335" v="8895" actId="1076"/>
          <ac:spMkLst>
            <pc:docMk/>
            <pc:sldMk cId="3147743828" sldId="505"/>
            <ac:spMk id="107" creationId="{47372212-DE0B-61DB-180D-A160C1192961}"/>
          </ac:spMkLst>
        </pc:spChg>
        <pc:spChg chg="add mod">
          <ac:chgData name="ADIB Allahham" userId="97605edd-f46c-4e29-aebb-39d3a79c5ffe" providerId="ADAL" clId="{F366E7D3-C0FD-4AD1-9C02-B324081124B2}" dt="2026-03-02T12:30:35.335" v="8895" actId="1076"/>
          <ac:spMkLst>
            <pc:docMk/>
            <pc:sldMk cId="3147743828" sldId="505"/>
            <ac:spMk id="108" creationId="{B096F203-2B1B-D986-FE2C-617081873281}"/>
          </ac:spMkLst>
        </pc:spChg>
        <pc:spChg chg="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09" creationId="{4AD2E14F-B9FE-9D99-48A2-F21F37225658}"/>
          </ac:spMkLst>
        </pc:spChg>
        <pc:spChg chg="mod">
          <ac:chgData name="ADIB Allahham" userId="97605edd-f46c-4e29-aebb-39d3a79c5ffe" providerId="ADAL" clId="{F366E7D3-C0FD-4AD1-9C02-B324081124B2}" dt="2026-03-02T12:25:22.674" v="8805" actId="1076"/>
          <ac:spMkLst>
            <pc:docMk/>
            <pc:sldMk cId="3147743828" sldId="505"/>
            <ac:spMk id="111" creationId="{CE8AD2B0-04EF-6A3F-6631-A0FD5BF8BA22}"/>
          </ac:spMkLst>
        </pc:spChg>
        <pc:spChg chg="mod">
          <ac:chgData name="ADIB Allahham" userId="97605edd-f46c-4e29-aebb-39d3a79c5ffe" providerId="ADAL" clId="{F366E7D3-C0FD-4AD1-9C02-B324081124B2}" dt="2026-03-02T12:25:26.855" v="8807" actId="1076"/>
          <ac:spMkLst>
            <pc:docMk/>
            <pc:sldMk cId="3147743828" sldId="505"/>
            <ac:spMk id="112" creationId="{24D05ECB-2646-1A45-4BF4-F980E74E8B03}"/>
          </ac:spMkLst>
        </pc:spChg>
        <pc:spChg chg="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13" creationId="{EDCFC8A4-AF99-4A82-782B-85EBAC7BB7A4}"/>
          </ac:spMkLst>
        </pc:spChg>
        <pc:spChg chg="add 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14" creationId="{5A748B1B-62EF-75EA-E872-AE989A90FBCB}"/>
          </ac:spMkLst>
        </pc:spChg>
        <pc:spChg chg="add 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16" creationId="{AD6EA328-9373-E26B-A109-2B04E91C8CC3}"/>
          </ac:spMkLst>
        </pc:spChg>
        <pc:spChg chg="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17" creationId="{9A1616CB-3BCC-6822-5E61-B38EC5DC47B4}"/>
          </ac:spMkLst>
        </pc:spChg>
        <pc:spChg chg="mod">
          <ac:chgData name="ADIB Allahham" userId="97605edd-f46c-4e29-aebb-39d3a79c5ffe" providerId="ADAL" clId="{F366E7D3-C0FD-4AD1-9C02-B324081124B2}" dt="2026-03-02T12:24:40.550" v="8795" actId="1076"/>
          <ac:spMkLst>
            <pc:docMk/>
            <pc:sldMk cId="3147743828" sldId="505"/>
            <ac:spMk id="121" creationId="{31DB730C-96BB-9296-7166-18EC1EB761E7}"/>
          </ac:spMkLst>
        </pc:spChg>
        <pc:spChg chg="add 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22" creationId="{A0D1D937-BEFB-2F74-3986-87FF4C28A34D}"/>
          </ac:spMkLst>
        </pc:spChg>
        <pc:spChg chg="mod">
          <ac:chgData name="ADIB Allahham" userId="97605edd-f46c-4e29-aebb-39d3a79c5ffe" providerId="ADAL" clId="{F366E7D3-C0FD-4AD1-9C02-B324081124B2}" dt="2026-03-02T12:24:55.062" v="8799" actId="14100"/>
          <ac:spMkLst>
            <pc:docMk/>
            <pc:sldMk cId="3147743828" sldId="505"/>
            <ac:spMk id="123" creationId="{12B7D2D4-1DBA-DAC1-3196-E58E350790AD}"/>
          </ac:spMkLst>
        </pc:spChg>
        <pc:spChg chg="add 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24" creationId="{1DC4D4DB-CF3F-32E3-BAEA-E11DE9ACD87D}"/>
          </ac:spMkLst>
        </pc:spChg>
        <pc:spChg chg="mod">
          <ac:chgData name="ADIB Allahham" userId="97605edd-f46c-4e29-aebb-39d3a79c5ffe" providerId="ADAL" clId="{F366E7D3-C0FD-4AD1-9C02-B324081124B2}" dt="2026-03-02T12:26:34.235" v="8822" actId="14100"/>
          <ac:spMkLst>
            <pc:docMk/>
            <pc:sldMk cId="3147743828" sldId="505"/>
            <ac:spMk id="125" creationId="{F1F080A7-C10A-F5DA-4C19-D144FAB48ED2}"/>
          </ac:spMkLst>
        </pc:spChg>
        <pc:spChg chg="mod">
          <ac:chgData name="ADIB Allahham" userId="97605edd-f46c-4e29-aebb-39d3a79c5ffe" providerId="ADAL" clId="{F366E7D3-C0FD-4AD1-9C02-B324081124B2}" dt="2026-03-02T12:26:30.921" v="8821" actId="14100"/>
          <ac:spMkLst>
            <pc:docMk/>
            <pc:sldMk cId="3147743828" sldId="505"/>
            <ac:spMk id="127" creationId="{F2C397D3-4972-DAF0-A3BA-B9E1DE1CAB9F}"/>
          </ac:spMkLst>
        </pc:spChg>
        <pc:spChg chg="add 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28" creationId="{BD50B114-7EC0-DCFD-25CA-56ABC2D0AE34}"/>
          </ac:spMkLst>
        </pc:spChg>
        <pc:spChg chg="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29" creationId="{3F421B13-C654-BBB7-49BA-0628A4640D0D}"/>
          </ac:spMkLst>
        </pc:spChg>
        <pc:spChg chg="mod">
          <ac:chgData name="ADIB Allahham" userId="97605edd-f46c-4e29-aebb-39d3a79c5ffe" providerId="ADAL" clId="{F366E7D3-C0FD-4AD1-9C02-B324081124B2}" dt="2026-03-02T12:26:27.603" v="8820" actId="1076"/>
          <ac:spMkLst>
            <pc:docMk/>
            <pc:sldMk cId="3147743828" sldId="505"/>
            <ac:spMk id="130" creationId="{D72212B1-3D59-2281-9322-DC9C19D32C62}"/>
          </ac:spMkLst>
        </pc:spChg>
        <pc:spChg chg="mod">
          <ac:chgData name="ADIB Allahham" userId="97605edd-f46c-4e29-aebb-39d3a79c5ffe" providerId="ADAL" clId="{F366E7D3-C0FD-4AD1-9C02-B324081124B2}" dt="2026-03-02T12:26:21.170" v="8818" actId="14100"/>
          <ac:spMkLst>
            <pc:docMk/>
            <pc:sldMk cId="3147743828" sldId="505"/>
            <ac:spMk id="131" creationId="{1342BC67-9014-5C3A-B044-9203E84F220D}"/>
          </ac:spMkLst>
        </pc:spChg>
        <pc:spChg chg="mod">
          <ac:chgData name="ADIB Allahham" userId="97605edd-f46c-4e29-aebb-39d3a79c5ffe" providerId="ADAL" clId="{F366E7D3-C0FD-4AD1-9C02-B324081124B2}" dt="2026-03-02T12:26:24.636" v="8819" actId="1076"/>
          <ac:spMkLst>
            <pc:docMk/>
            <pc:sldMk cId="3147743828" sldId="505"/>
            <ac:spMk id="132" creationId="{41B698CC-8A11-78BC-662C-3957E905A9DA}"/>
          </ac:spMkLst>
        </pc:spChg>
        <pc:spChg chg="mod">
          <ac:chgData name="ADIB Allahham" userId="97605edd-f46c-4e29-aebb-39d3a79c5ffe" providerId="ADAL" clId="{F366E7D3-C0FD-4AD1-9C02-B324081124B2}" dt="2026-03-02T12:25:59.339" v="8811" actId="14100"/>
          <ac:spMkLst>
            <pc:docMk/>
            <pc:sldMk cId="3147743828" sldId="505"/>
            <ac:spMk id="133" creationId="{BC8FEA15-F408-259F-DCCC-422C04FE6844}"/>
          </ac:spMkLst>
        </pc:spChg>
        <pc:spChg chg="add mod">
          <ac:chgData name="ADIB Allahham" userId="97605edd-f46c-4e29-aebb-39d3a79c5ffe" providerId="ADAL" clId="{F366E7D3-C0FD-4AD1-9C02-B324081124B2}" dt="2026-03-02T12:30:42.999" v="8896" actId="1076"/>
          <ac:spMkLst>
            <pc:docMk/>
            <pc:sldMk cId="3147743828" sldId="505"/>
            <ac:spMk id="134" creationId="{C3F9D451-E548-AD98-D711-015635F41753}"/>
          </ac:spMkLst>
        </pc:spChg>
        <pc:spChg chg="add mod">
          <ac:chgData name="ADIB Allahham" userId="97605edd-f46c-4e29-aebb-39d3a79c5ffe" providerId="ADAL" clId="{F366E7D3-C0FD-4AD1-9C02-B324081124B2}" dt="2026-03-02T12:30:11.473" v="8880" actId="1076"/>
          <ac:spMkLst>
            <pc:docMk/>
            <pc:sldMk cId="3147743828" sldId="505"/>
            <ac:spMk id="135" creationId="{F5536A24-2060-DBED-D273-DB2E62D854B7}"/>
          </ac:spMkLst>
        </pc:spChg>
        <pc:spChg chg="mod">
          <ac:chgData name="ADIB Allahham" userId="97605edd-f46c-4e29-aebb-39d3a79c5ffe" providerId="ADAL" clId="{F366E7D3-C0FD-4AD1-9C02-B324081124B2}" dt="2026-03-02T12:27:05.351" v="8833" actId="14100"/>
          <ac:spMkLst>
            <pc:docMk/>
            <pc:sldMk cId="3147743828" sldId="505"/>
            <ac:spMk id="136" creationId="{44C00823-95FC-F084-77D3-7B6521150619}"/>
          </ac:spMkLst>
        </pc:spChg>
        <pc:spChg chg="mod">
          <ac:chgData name="ADIB Allahham" userId="97605edd-f46c-4e29-aebb-39d3a79c5ffe" providerId="ADAL" clId="{F366E7D3-C0FD-4AD1-9C02-B324081124B2}" dt="2026-03-02T12:28:33.212" v="8856" actId="1076"/>
          <ac:spMkLst>
            <pc:docMk/>
            <pc:sldMk cId="3147743828" sldId="505"/>
            <ac:spMk id="137" creationId="{0A0F8C09-6536-FB38-7917-B3C74BFACE17}"/>
          </ac:spMkLst>
        </pc:spChg>
        <pc:spChg chg="mod">
          <ac:chgData name="ADIB Allahham" userId="97605edd-f46c-4e29-aebb-39d3a79c5ffe" providerId="ADAL" clId="{F366E7D3-C0FD-4AD1-9C02-B324081124B2}" dt="2026-03-02T12:30:05.521" v="8878" actId="14100"/>
          <ac:spMkLst>
            <pc:docMk/>
            <pc:sldMk cId="3147743828" sldId="505"/>
            <ac:spMk id="138" creationId="{1BB33922-2C77-090B-F0FB-9A4D1521C9A5}"/>
          </ac:spMkLst>
        </pc:spChg>
        <pc:spChg chg="mod">
          <ac:chgData name="ADIB Allahham" userId="97605edd-f46c-4e29-aebb-39d3a79c5ffe" providerId="ADAL" clId="{F366E7D3-C0FD-4AD1-9C02-B324081124B2}" dt="2026-03-02T12:27:43.335" v="8847" actId="255"/>
          <ac:spMkLst>
            <pc:docMk/>
            <pc:sldMk cId="3147743828" sldId="505"/>
            <ac:spMk id="139" creationId="{1B5B45AE-FAA2-C2EC-DB5B-72F01A4F65FD}"/>
          </ac:spMkLst>
        </pc:spChg>
        <pc:spChg chg="mod">
          <ac:chgData name="ADIB Allahham" userId="97605edd-f46c-4e29-aebb-39d3a79c5ffe" providerId="ADAL" clId="{F366E7D3-C0FD-4AD1-9C02-B324081124B2}" dt="2026-03-02T12:27:48.912" v="8848" actId="255"/>
          <ac:spMkLst>
            <pc:docMk/>
            <pc:sldMk cId="3147743828" sldId="505"/>
            <ac:spMk id="140" creationId="{7C0E7738-FC18-53C1-4795-1F3C07341F5B}"/>
          </ac:spMkLst>
        </pc:spChg>
        <pc:spChg chg="add mod">
          <ac:chgData name="ADIB Allahham" userId="97605edd-f46c-4e29-aebb-39d3a79c5ffe" providerId="ADAL" clId="{F366E7D3-C0FD-4AD1-9C02-B324081124B2}" dt="2026-03-02T12:28:38.577" v="8857" actId="1076"/>
          <ac:spMkLst>
            <pc:docMk/>
            <pc:sldMk cId="3147743828" sldId="505"/>
            <ac:spMk id="141" creationId="{8E75269E-A880-B7E8-9CAC-7F508CE90772}"/>
          </ac:spMkLst>
        </pc:spChg>
        <pc:spChg chg="mod">
          <ac:chgData name="ADIB Allahham" userId="97605edd-f46c-4e29-aebb-39d3a79c5ffe" providerId="ADAL" clId="{F366E7D3-C0FD-4AD1-9C02-B324081124B2}" dt="2026-03-02T12:30:00.275" v="8877" actId="14100"/>
          <ac:spMkLst>
            <pc:docMk/>
            <pc:sldMk cId="3147743828" sldId="505"/>
            <ac:spMk id="142" creationId="{DE1D96F8-DABB-8FBF-DE05-C97E8CE829E6}"/>
          </ac:spMkLst>
        </pc:spChg>
        <pc:spChg chg="mod">
          <ac:chgData name="ADIB Allahham" userId="97605edd-f46c-4e29-aebb-39d3a79c5ffe" providerId="ADAL" clId="{F366E7D3-C0FD-4AD1-9C02-B324081124B2}" dt="2026-03-02T12:28:38.577" v="8857" actId="1076"/>
          <ac:spMkLst>
            <pc:docMk/>
            <pc:sldMk cId="3147743828" sldId="505"/>
            <ac:spMk id="143" creationId="{1315563C-3030-E108-8423-2A5E9FBFF95C}"/>
          </ac:spMkLst>
        </pc:spChg>
        <pc:spChg chg="mod">
          <ac:chgData name="ADIB Allahham" userId="97605edd-f46c-4e29-aebb-39d3a79c5ffe" providerId="ADAL" clId="{F366E7D3-C0FD-4AD1-9C02-B324081124B2}" dt="2026-03-02T12:28:38.577" v="8857" actId="1076"/>
          <ac:spMkLst>
            <pc:docMk/>
            <pc:sldMk cId="3147743828" sldId="505"/>
            <ac:spMk id="144" creationId="{F78B747D-57A6-F3C2-626D-251A97DF4573}"/>
          </ac:spMkLst>
        </pc:spChg>
        <pc:spChg chg="mod">
          <ac:chgData name="ADIB Allahham" userId="97605edd-f46c-4e29-aebb-39d3a79c5ffe" providerId="ADAL" clId="{F366E7D3-C0FD-4AD1-9C02-B324081124B2}" dt="2026-03-02T12:29:53.920" v="8876" actId="1036"/>
          <ac:spMkLst>
            <pc:docMk/>
            <pc:sldMk cId="3147743828" sldId="505"/>
            <ac:spMk id="145" creationId="{3786C048-2D54-3E19-5D91-28410234535A}"/>
          </ac:spMkLst>
        </pc:spChg>
        <pc:spChg chg="mod">
          <ac:chgData name="ADIB Allahham" userId="97605edd-f46c-4e29-aebb-39d3a79c5ffe" providerId="ADAL" clId="{F366E7D3-C0FD-4AD1-9C02-B324081124B2}" dt="2026-03-02T12:30:10.194" v="8879" actId="14100"/>
          <ac:spMkLst>
            <pc:docMk/>
            <pc:sldMk cId="3147743828" sldId="505"/>
            <ac:spMk id="146" creationId="{6AD834F3-84DC-E71B-085A-A176686126D6}"/>
          </ac:spMkLst>
        </pc:spChg>
        <pc:spChg chg="mod">
          <ac:chgData name="ADIB Allahham" userId="97605edd-f46c-4e29-aebb-39d3a79c5ffe" providerId="ADAL" clId="{F366E7D3-C0FD-4AD1-9C02-B324081124B2}" dt="2026-03-02T12:28:44.453" v="8858" actId="255"/>
          <ac:spMkLst>
            <pc:docMk/>
            <pc:sldMk cId="3147743828" sldId="505"/>
            <ac:spMk id="147" creationId="{8BED484F-DA2C-96E6-07E2-D11956901C1E}"/>
          </ac:spMkLst>
        </pc:spChg>
        <pc:spChg chg="mod">
          <ac:chgData name="ADIB Allahham" userId="97605edd-f46c-4e29-aebb-39d3a79c5ffe" providerId="ADAL" clId="{F366E7D3-C0FD-4AD1-9C02-B324081124B2}" dt="2026-03-02T12:28:49.744" v="8859" actId="255"/>
          <ac:spMkLst>
            <pc:docMk/>
            <pc:sldMk cId="3147743828" sldId="505"/>
            <ac:spMk id="148" creationId="{AE509318-F554-CF00-06F5-72496E020B87}"/>
          </ac:spMkLst>
        </pc:spChg>
        <pc:spChg chg="add mod">
          <ac:chgData name="ADIB Allahham" userId="97605edd-f46c-4e29-aebb-39d3a79c5ffe" providerId="ADAL" clId="{F366E7D3-C0FD-4AD1-9C02-B324081124B2}" dt="2026-03-02T12:29:48.986" v="8872" actId="1076"/>
          <ac:spMkLst>
            <pc:docMk/>
            <pc:sldMk cId="3147743828" sldId="505"/>
            <ac:spMk id="149" creationId="{7308E5A5-153C-EBF1-272D-8A4C2C35A8BB}"/>
          </ac:spMkLst>
        </pc:spChg>
        <pc:spChg chg="mod">
          <ac:chgData name="ADIB Allahham" userId="97605edd-f46c-4e29-aebb-39d3a79c5ffe" providerId="ADAL" clId="{F366E7D3-C0FD-4AD1-9C02-B324081124B2}" dt="2026-03-02T12:30:14.462" v="8881" actId="14100"/>
          <ac:spMkLst>
            <pc:docMk/>
            <pc:sldMk cId="3147743828" sldId="505"/>
            <ac:spMk id="150" creationId="{7E2DE631-D79A-3A91-794F-EB8958D066CB}"/>
          </ac:spMkLst>
        </pc:spChg>
        <pc:spChg chg="mod">
          <ac:chgData name="ADIB Allahham" userId="97605edd-f46c-4e29-aebb-39d3a79c5ffe" providerId="ADAL" clId="{F366E7D3-C0FD-4AD1-9C02-B324081124B2}" dt="2026-03-02T12:29:24.928" v="8863" actId="255"/>
          <ac:spMkLst>
            <pc:docMk/>
            <pc:sldMk cId="3147743828" sldId="505"/>
            <ac:spMk id="151" creationId="{AAD5B2F2-EDC4-AB3E-662D-6505DD955185}"/>
          </ac:spMkLst>
        </pc:spChg>
        <pc:spChg chg="mod">
          <ac:chgData name="ADIB Allahham" userId="97605edd-f46c-4e29-aebb-39d3a79c5ffe" providerId="ADAL" clId="{F366E7D3-C0FD-4AD1-9C02-B324081124B2}" dt="2026-03-02T12:29:30.158" v="8864" actId="255"/>
          <ac:spMkLst>
            <pc:docMk/>
            <pc:sldMk cId="3147743828" sldId="505"/>
            <ac:spMk id="152" creationId="{73DCDAD0-6474-749A-08F5-2B15BCCD9E31}"/>
          </ac:spMkLst>
        </pc:spChg>
        <pc:spChg chg="add mod">
          <ac:chgData name="ADIB Allahham" userId="97605edd-f46c-4e29-aebb-39d3a79c5ffe" providerId="ADAL" clId="{F366E7D3-C0FD-4AD1-9C02-B324081124B2}" dt="2026-03-02T12:29:41.254" v="8870" actId="1035"/>
          <ac:spMkLst>
            <pc:docMk/>
            <pc:sldMk cId="3147743828" sldId="505"/>
            <ac:spMk id="153" creationId="{7F4C85C8-5CDC-E8BD-88B3-52AB06E7F821}"/>
          </ac:spMkLst>
        </pc:spChg>
        <pc:picChg chg="del">
          <ac:chgData name="ADIB Allahham" userId="97605edd-f46c-4e29-aebb-39d3a79c5ffe" providerId="ADAL" clId="{F366E7D3-C0FD-4AD1-9C02-B324081124B2}" dt="2026-03-02T11:27:18.673" v="8690" actId="478"/>
          <ac:picMkLst>
            <pc:docMk/>
            <pc:sldMk cId="3147743828" sldId="505"/>
            <ac:picMk id="10" creationId="{F4E200E3-F0AE-13C8-C8CB-CAD26336829F}"/>
          </ac:picMkLst>
        </pc:picChg>
        <pc:picChg chg="add del mod">
          <ac:chgData name="ADIB Allahham" userId="97605edd-f46c-4e29-aebb-39d3a79c5ffe" providerId="ADAL" clId="{F366E7D3-C0FD-4AD1-9C02-B324081124B2}" dt="2026-03-02T11:57:16.113" v="8735" actId="478"/>
          <ac:picMkLst>
            <pc:docMk/>
            <pc:sldMk cId="3147743828" sldId="505"/>
            <ac:picMk id="91" creationId="{329F4A04-6307-F6BB-28E4-3C90AC377735}"/>
          </ac:picMkLst>
        </pc:picChg>
      </pc:sldChg>
      <pc:sldChg chg="addSp delSp modSp add del mod">
        <pc:chgData name="ADIB Allahham" userId="97605edd-f46c-4e29-aebb-39d3a79c5ffe" providerId="ADAL" clId="{F366E7D3-C0FD-4AD1-9C02-B324081124B2}" dt="2026-03-02T12:46:22.225" v="9032" actId="2696"/>
        <pc:sldMkLst>
          <pc:docMk/>
          <pc:sldMk cId="2091245972" sldId="506"/>
        </pc:sldMkLst>
        <pc:spChg chg="del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3" creationId="{6A1C314F-4574-9D1A-1FA7-5D3B07F3E32E}"/>
          </ac:spMkLst>
        </pc:spChg>
        <pc:spChg chg="add del">
          <ac:chgData name="ADIB Allahham" userId="97605edd-f46c-4e29-aebb-39d3a79c5ffe" providerId="ADAL" clId="{F366E7D3-C0FD-4AD1-9C02-B324081124B2}" dt="2026-03-02T12:41:25.940" v="8960" actId="22"/>
          <ac:spMkLst>
            <pc:docMk/>
            <pc:sldMk cId="2091245972" sldId="506"/>
            <ac:spMk id="4" creationId="{1D90367A-CC4C-10C2-E7FD-0E64B6F07040}"/>
          </ac:spMkLst>
        </pc:spChg>
        <pc:spChg chg="add mod">
          <ac:chgData name="ADIB Allahham" userId="97605edd-f46c-4e29-aebb-39d3a79c5ffe" providerId="ADAL" clId="{F366E7D3-C0FD-4AD1-9C02-B324081124B2}" dt="2026-03-02T12:46:13.323" v="9031" actId="20577"/>
          <ac:spMkLst>
            <pc:docMk/>
            <pc:sldMk cId="2091245972" sldId="506"/>
            <ac:spMk id="6" creationId="{4228E165-8D92-CD6E-3E17-ED6006C34ECC}"/>
          </ac:spMkLst>
        </pc:spChg>
        <pc:spChg chg="mod">
          <ac:chgData name="ADIB Allahham" userId="97605edd-f46c-4e29-aebb-39d3a79c5ffe" providerId="ADAL" clId="{F366E7D3-C0FD-4AD1-9C02-B324081124B2}" dt="2026-03-02T12:31:30.060" v="8898" actId="1076"/>
          <ac:spMkLst>
            <pc:docMk/>
            <pc:sldMk cId="2091245972" sldId="506"/>
            <ac:spMk id="8" creationId="{79EB5048-DD77-1E2D-F069-1416270AEA96}"/>
          </ac:spMkLst>
        </pc:spChg>
        <pc:spChg chg="mod">
          <ac:chgData name="ADIB Allahham" userId="97605edd-f46c-4e29-aebb-39d3a79c5ffe" providerId="ADAL" clId="{F366E7D3-C0FD-4AD1-9C02-B324081124B2}" dt="2026-03-02T12:40:50.930" v="8958" actId="313"/>
          <ac:spMkLst>
            <pc:docMk/>
            <pc:sldMk cId="2091245972" sldId="506"/>
            <ac:spMk id="33" creationId="{0AF186E6-001C-212A-36AC-E9645C05D20F}"/>
          </ac:spMkLst>
        </pc:spChg>
        <pc:spChg chg="del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06" creationId="{B3FD95DD-1C01-EC27-8BBE-B0E87DF0EE88}"/>
          </ac:spMkLst>
        </pc:spChg>
        <pc:spChg chg="del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10" creationId="{B096B7BE-FD95-F16E-FB03-C704C51A48AB}"/>
          </ac:spMkLst>
        </pc:spChg>
        <pc:spChg chg="del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21" creationId="{E5A4E528-0990-F740-FBC1-9AE67DE454C7}"/>
          </ac:spMkLst>
        </pc:spChg>
        <pc:spChg chg="del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22" creationId="{5744212F-C09A-445E-9B43-3C3665BAF727}"/>
          </ac:spMkLst>
        </pc:spChg>
        <pc:spChg chg="del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24" creationId="{54DFE429-9109-9190-CD68-00234033E5CC}"/>
          </ac:spMkLst>
        </pc:spChg>
        <pc:spChg chg="del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30" creationId="{8C628604-DE7A-A2E1-F32C-38FDBB02E7B5}"/>
          </ac:spMkLst>
        </pc:spChg>
        <pc:spChg chg="del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32" creationId="{40A7E1D4-DE48-8813-1D86-C960453D1955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35" creationId="{6F914D10-6027-D1BF-BBF9-CC5978469E3B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36" creationId="{6DE3FF5C-69BA-12DE-F1CD-274D56A24840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39" creationId="{A91401D7-B197-174A-0060-E0C40844E136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41" creationId="{CDD89E15-1A20-0BD5-A3A4-137327911D49}"/>
          </ac:spMkLst>
        </pc:spChg>
        <pc:spChg chg="del mod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42" creationId="{35E836AF-258B-6803-71B0-D551734A5A59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43" creationId="{1BB312BE-25C3-738C-ED2F-DA9D24D7EB06}"/>
          </ac:spMkLst>
        </pc:spChg>
        <pc:spChg chg="del mod">
          <ac:chgData name="ADIB Allahham" userId="97605edd-f46c-4e29-aebb-39d3a79c5ffe" providerId="ADAL" clId="{F366E7D3-C0FD-4AD1-9C02-B324081124B2}" dt="2026-03-02T12:40:40.956" v="8946" actId="478"/>
          <ac:spMkLst>
            <pc:docMk/>
            <pc:sldMk cId="2091245972" sldId="506"/>
            <ac:spMk id="144" creationId="{2D1BEB49-0C26-2FF7-EBC6-896A79B17B57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45" creationId="{ED0772A6-F534-C3A6-4BB8-49E9274960DA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46" creationId="{89AE18E8-B134-C367-CCEB-A7B897D77BB4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47" creationId="{575D7185-6E47-04FA-73AE-B57411E21AF3}"/>
          </ac:spMkLst>
        </pc:spChg>
        <pc:spChg chg="mod">
          <ac:chgData name="ADIB Allahham" userId="97605edd-f46c-4e29-aebb-39d3a79c5ffe" providerId="ADAL" clId="{F366E7D3-C0FD-4AD1-9C02-B324081124B2}" dt="2026-03-02T12:35:02.226" v="8943" actId="1076"/>
          <ac:spMkLst>
            <pc:docMk/>
            <pc:sldMk cId="2091245972" sldId="506"/>
            <ac:spMk id="148" creationId="{75C9030C-82E0-B686-D932-AD5D0EC58FB8}"/>
          </ac:spMkLst>
        </pc:spChg>
        <pc:spChg chg="mod">
          <ac:chgData name="ADIB Allahham" userId="97605edd-f46c-4e29-aebb-39d3a79c5ffe" providerId="ADAL" clId="{F366E7D3-C0FD-4AD1-9C02-B324081124B2}" dt="2026-03-02T12:34:39.894" v="8931" actId="1038"/>
          <ac:spMkLst>
            <pc:docMk/>
            <pc:sldMk cId="2091245972" sldId="506"/>
            <ac:spMk id="149" creationId="{13517F81-550D-EBAC-1385-413CF7730D08}"/>
          </ac:spMkLst>
        </pc:spChg>
        <pc:spChg chg="mod">
          <ac:chgData name="ADIB Allahham" userId="97605edd-f46c-4e29-aebb-39d3a79c5ffe" providerId="ADAL" clId="{F366E7D3-C0FD-4AD1-9C02-B324081124B2}" dt="2026-03-02T12:34:32.250" v="8916" actId="1038"/>
          <ac:spMkLst>
            <pc:docMk/>
            <pc:sldMk cId="2091245972" sldId="506"/>
            <ac:spMk id="150" creationId="{D3580B54-E8FD-A16F-5D87-9BC20BB292EB}"/>
          </ac:spMkLst>
        </pc:spChg>
        <pc:spChg chg="mod">
          <ac:chgData name="ADIB Allahham" userId="97605edd-f46c-4e29-aebb-39d3a79c5ffe" providerId="ADAL" clId="{F366E7D3-C0FD-4AD1-9C02-B324081124B2}" dt="2026-03-02T12:34:32.250" v="8916" actId="1038"/>
          <ac:spMkLst>
            <pc:docMk/>
            <pc:sldMk cId="2091245972" sldId="506"/>
            <ac:spMk id="151" creationId="{87996CCC-EF69-6C1C-6153-8FF226DAD97F}"/>
          </ac:spMkLst>
        </pc:spChg>
        <pc:spChg chg="mod">
          <ac:chgData name="ADIB Allahham" userId="97605edd-f46c-4e29-aebb-39d3a79c5ffe" providerId="ADAL" clId="{F366E7D3-C0FD-4AD1-9C02-B324081124B2}" dt="2026-03-02T12:34:32.250" v="8916" actId="1038"/>
          <ac:spMkLst>
            <pc:docMk/>
            <pc:sldMk cId="2091245972" sldId="506"/>
            <ac:spMk id="152" creationId="{440942A8-9FD7-B5B8-969E-53893DE1FDF1}"/>
          </ac:spMkLst>
        </pc:spChg>
        <pc:spChg chg="mod">
          <ac:chgData name="ADIB Allahham" userId="97605edd-f46c-4e29-aebb-39d3a79c5ffe" providerId="ADAL" clId="{F366E7D3-C0FD-4AD1-9C02-B324081124B2}" dt="2026-03-02T12:34:32.250" v="8916" actId="1038"/>
          <ac:spMkLst>
            <pc:docMk/>
            <pc:sldMk cId="2091245972" sldId="506"/>
            <ac:spMk id="153" creationId="{686E445A-D350-B26F-FD5B-121574477B14}"/>
          </ac:spMkLst>
        </pc:spChg>
      </pc:sldChg>
      <pc:sldChg chg="add modNotesTx">
        <pc:chgData name="ADIB Allahham" userId="97605edd-f46c-4e29-aebb-39d3a79c5ffe" providerId="ADAL" clId="{F366E7D3-C0FD-4AD1-9C02-B324081124B2}" dt="2026-03-03T10:35:52.470" v="9939" actId="6549"/>
        <pc:sldMkLst>
          <pc:docMk/>
          <pc:sldMk cId="4139110075" sldId="506"/>
        </pc:sldMkLst>
      </pc:sldChg>
      <pc:sldChg chg="add modNotesTx">
        <pc:chgData name="ADIB Allahham" userId="97605edd-f46c-4e29-aebb-39d3a79c5ffe" providerId="ADAL" clId="{F366E7D3-C0FD-4AD1-9C02-B324081124B2}" dt="2026-03-03T10:35:49.491" v="9938" actId="6549"/>
        <pc:sldMkLst>
          <pc:docMk/>
          <pc:sldMk cId="1362130262" sldId="507"/>
        </pc:sldMkLst>
      </pc:sldChg>
      <pc:sldChg chg="modSp add mod modNotesTx">
        <pc:chgData name="ADIB Allahham" userId="97605edd-f46c-4e29-aebb-39d3a79c5ffe" providerId="ADAL" clId="{F366E7D3-C0FD-4AD1-9C02-B324081124B2}" dt="2026-03-03T10:35:55.660" v="9940" actId="6549"/>
        <pc:sldMkLst>
          <pc:docMk/>
          <pc:sldMk cId="1462014283" sldId="508"/>
        </pc:sldMkLst>
        <pc:spChg chg="mod">
          <ac:chgData name="ADIB Allahham" userId="97605edd-f46c-4e29-aebb-39d3a79c5ffe" providerId="ADAL" clId="{F366E7D3-C0FD-4AD1-9C02-B324081124B2}" dt="2026-03-02T12:49:59.645" v="9074" actId="5793"/>
          <ac:spMkLst>
            <pc:docMk/>
            <pc:sldMk cId="1462014283" sldId="508"/>
            <ac:spMk id="6" creationId="{53E4CB1E-BEB0-495E-CBED-70EFBAB7755D}"/>
          </ac:spMkLst>
        </pc:spChg>
        <pc:spChg chg="mod">
          <ac:chgData name="ADIB Allahham" userId="97605edd-f46c-4e29-aebb-39d3a79c5ffe" providerId="ADAL" clId="{F366E7D3-C0FD-4AD1-9C02-B324081124B2}" dt="2026-03-02T12:47:10.721" v="9038"/>
          <ac:spMkLst>
            <pc:docMk/>
            <pc:sldMk cId="1462014283" sldId="508"/>
            <ac:spMk id="33" creationId="{E84348BB-3E7E-D69F-0AFB-5C6EC6CB1449}"/>
          </ac:spMkLst>
        </pc:spChg>
      </pc:sldChg>
      <pc:sldChg chg="addSp delSp modSp add mod delAnim modNotesTx">
        <pc:chgData name="ADIB Allahham" userId="97605edd-f46c-4e29-aebb-39d3a79c5ffe" providerId="ADAL" clId="{F366E7D3-C0FD-4AD1-9C02-B324081124B2}" dt="2026-03-03T10:34:28.602" v="9919" actId="6549"/>
        <pc:sldMkLst>
          <pc:docMk/>
          <pc:sldMk cId="3863488692" sldId="509"/>
        </pc:sldMkLst>
        <pc:spChg chg="add mod">
          <ac:chgData name="ADIB Allahham" userId="97605edd-f46c-4e29-aebb-39d3a79c5ffe" providerId="ADAL" clId="{F366E7D3-C0FD-4AD1-9C02-B324081124B2}" dt="2026-03-02T15:09:21.961" v="9868" actId="1076"/>
          <ac:spMkLst>
            <pc:docMk/>
            <pc:sldMk cId="3863488692" sldId="509"/>
            <ac:spMk id="2" creationId="{26AFC474-AC93-5D6E-94A1-53FDE4C5E0EF}"/>
          </ac:spMkLst>
        </pc:spChg>
        <pc:spChg chg="add mod">
          <ac:chgData name="ADIB Allahham" userId="97605edd-f46c-4e29-aebb-39d3a79c5ffe" providerId="ADAL" clId="{F366E7D3-C0FD-4AD1-9C02-B324081124B2}" dt="2026-03-02T15:09:28.741" v="9870" actId="255"/>
          <ac:spMkLst>
            <pc:docMk/>
            <pc:sldMk cId="3863488692" sldId="509"/>
            <ac:spMk id="3" creationId="{263F6D2E-697D-671C-7588-01A75C8501C1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4" creationId="{382B08D9-97D0-CFCC-9FFF-5767F51C47AB}"/>
          </ac:spMkLst>
        </pc:spChg>
        <pc:spChg chg="mod">
          <ac:chgData name="ADIB Allahham" userId="97605edd-f46c-4e29-aebb-39d3a79c5ffe" providerId="ADAL" clId="{F366E7D3-C0FD-4AD1-9C02-B324081124B2}" dt="2026-03-02T15:05:45.121" v="9704" actId="1038"/>
          <ac:spMkLst>
            <pc:docMk/>
            <pc:sldMk cId="3863488692" sldId="509"/>
            <ac:spMk id="5" creationId="{64CABBA7-5ECD-61DC-456D-5B53E507AD56}"/>
          </ac:spMkLst>
        </pc:spChg>
        <pc:spChg chg="del">
          <ac:chgData name="ADIB Allahham" userId="97605edd-f46c-4e29-aebb-39d3a79c5ffe" providerId="ADAL" clId="{F366E7D3-C0FD-4AD1-9C02-B324081124B2}" dt="2026-03-02T14:56:44.466" v="9654" actId="478"/>
          <ac:spMkLst>
            <pc:docMk/>
            <pc:sldMk cId="3863488692" sldId="509"/>
            <ac:spMk id="6" creationId="{7392537B-4A4A-3552-7456-DF667E610B52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7" creationId="{C7FAEF3D-68E8-0D2C-9BAF-863FEF79F50F}"/>
          </ac:spMkLst>
        </pc:spChg>
        <pc:spChg chg="mod">
          <ac:chgData name="ADIB Allahham" userId="97605edd-f46c-4e29-aebb-39d3a79c5ffe" providerId="ADAL" clId="{F366E7D3-C0FD-4AD1-9C02-B324081124B2}" dt="2026-03-02T15:05:31.882" v="9698" actId="1036"/>
          <ac:spMkLst>
            <pc:docMk/>
            <pc:sldMk cId="3863488692" sldId="509"/>
            <ac:spMk id="8" creationId="{6696BD09-B227-6AE6-76DE-C1391E0824D8}"/>
          </ac:spMkLst>
        </pc:spChg>
        <pc:spChg chg="mod">
          <ac:chgData name="ADIB Allahham" userId="97605edd-f46c-4e29-aebb-39d3a79c5ffe" providerId="ADAL" clId="{F366E7D3-C0FD-4AD1-9C02-B324081124B2}" dt="2026-03-02T15:05:31.882" v="9698" actId="1036"/>
          <ac:spMkLst>
            <pc:docMk/>
            <pc:sldMk cId="3863488692" sldId="509"/>
            <ac:spMk id="9" creationId="{C0F1E42B-76AD-68F5-49A5-9C08957BB1DF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10" creationId="{CCDD1635-341A-23A9-EED3-6B2EC4C1EB4C}"/>
          </ac:spMkLst>
        </pc:spChg>
        <pc:spChg chg="mod">
          <ac:chgData name="ADIB Allahham" userId="97605edd-f46c-4e29-aebb-39d3a79c5ffe" providerId="ADAL" clId="{F366E7D3-C0FD-4AD1-9C02-B324081124B2}" dt="2026-03-02T15:05:31.882" v="9698" actId="1036"/>
          <ac:spMkLst>
            <pc:docMk/>
            <pc:sldMk cId="3863488692" sldId="509"/>
            <ac:spMk id="11" creationId="{EF2C1BDB-AC36-819F-C64C-700B0203E5ED}"/>
          </ac:spMkLst>
        </pc:spChg>
        <pc:spChg chg="mod">
          <ac:chgData name="ADIB Allahham" userId="97605edd-f46c-4e29-aebb-39d3a79c5ffe" providerId="ADAL" clId="{F366E7D3-C0FD-4AD1-9C02-B324081124B2}" dt="2026-03-02T15:05:31.882" v="9698" actId="1036"/>
          <ac:spMkLst>
            <pc:docMk/>
            <pc:sldMk cId="3863488692" sldId="509"/>
            <ac:spMk id="12" creationId="{75C8E524-68B3-72B4-4D5E-F71CC2576C3D}"/>
          </ac:spMkLst>
        </pc:spChg>
        <pc:spChg chg="mod">
          <ac:chgData name="ADIB Allahham" userId="97605edd-f46c-4e29-aebb-39d3a79c5ffe" providerId="ADAL" clId="{F366E7D3-C0FD-4AD1-9C02-B324081124B2}" dt="2026-03-02T15:04:21.080" v="9672" actId="207"/>
          <ac:spMkLst>
            <pc:docMk/>
            <pc:sldMk cId="3863488692" sldId="509"/>
            <ac:spMk id="13" creationId="{26D0E2B2-6D24-0BAD-0C79-4C8CF9AA5343}"/>
          </ac:spMkLst>
        </pc:spChg>
        <pc:spChg chg="mod">
          <ac:chgData name="ADIB Allahham" userId="97605edd-f46c-4e29-aebb-39d3a79c5ffe" providerId="ADAL" clId="{F366E7D3-C0FD-4AD1-9C02-B324081124B2}" dt="2026-03-02T15:05:31.882" v="9698" actId="1036"/>
          <ac:spMkLst>
            <pc:docMk/>
            <pc:sldMk cId="3863488692" sldId="509"/>
            <ac:spMk id="14" creationId="{B9EDBC9B-1D58-7378-2C60-C95575D65A2C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15" creationId="{15A6983A-EF0A-BCC2-E562-AE959DC1A40E}"/>
          </ac:spMkLst>
        </pc:spChg>
        <pc:spChg chg="mod">
          <ac:chgData name="ADIB Allahham" userId="97605edd-f46c-4e29-aebb-39d3a79c5ffe" providerId="ADAL" clId="{F366E7D3-C0FD-4AD1-9C02-B324081124B2}" dt="2026-03-02T15:05:31.882" v="9698" actId="1036"/>
          <ac:spMkLst>
            <pc:docMk/>
            <pc:sldMk cId="3863488692" sldId="509"/>
            <ac:spMk id="16" creationId="{E8FE3918-2D25-92D2-24EB-146C3E0BB671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18" creationId="{6CDE3E2E-FAC1-5EFC-4E6C-F83DCA547CD7}"/>
          </ac:spMkLst>
        </pc:spChg>
        <pc:spChg chg="mod">
          <ac:chgData name="ADIB Allahham" userId="97605edd-f46c-4e29-aebb-39d3a79c5ffe" providerId="ADAL" clId="{F366E7D3-C0FD-4AD1-9C02-B324081124B2}" dt="2026-03-02T15:05:22.794" v="9684" actId="1076"/>
          <ac:spMkLst>
            <pc:docMk/>
            <pc:sldMk cId="3863488692" sldId="509"/>
            <ac:spMk id="19" creationId="{D8476E3B-CA6A-1B2B-3BBB-FAD16D47AAFD}"/>
          </ac:spMkLst>
        </pc:spChg>
        <pc:spChg chg="mod">
          <ac:chgData name="ADIB Allahham" userId="97605edd-f46c-4e29-aebb-39d3a79c5ffe" providerId="ADAL" clId="{F366E7D3-C0FD-4AD1-9C02-B324081124B2}" dt="2026-03-02T15:05:31.882" v="9698" actId="1036"/>
          <ac:spMkLst>
            <pc:docMk/>
            <pc:sldMk cId="3863488692" sldId="509"/>
            <ac:spMk id="20" creationId="{362DF1BA-1D6D-0595-E541-EB542513C3F5}"/>
          </ac:spMkLst>
        </pc:spChg>
        <pc:spChg chg="mod">
          <ac:chgData name="ADIB Allahham" userId="97605edd-f46c-4e29-aebb-39d3a79c5ffe" providerId="ADAL" clId="{F366E7D3-C0FD-4AD1-9C02-B324081124B2}" dt="2026-03-02T15:06:24.705" v="9739" actId="1035"/>
          <ac:spMkLst>
            <pc:docMk/>
            <pc:sldMk cId="3863488692" sldId="509"/>
            <ac:spMk id="22" creationId="{17370D9D-732B-2A9C-BEDB-D716349FA0AB}"/>
          </ac:spMkLst>
        </pc:spChg>
        <pc:spChg chg="mod">
          <ac:chgData name="ADIB Allahham" userId="97605edd-f46c-4e29-aebb-39d3a79c5ffe" providerId="ADAL" clId="{F366E7D3-C0FD-4AD1-9C02-B324081124B2}" dt="2026-03-02T15:08:10.226" v="9856" actId="14100"/>
          <ac:spMkLst>
            <pc:docMk/>
            <pc:sldMk cId="3863488692" sldId="509"/>
            <ac:spMk id="24" creationId="{1F12906E-1C64-5B49-9946-9F93C03163F9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27" creationId="{9A8580F7-550D-7225-F3F9-9E2D5C2155C1}"/>
          </ac:spMkLst>
        </pc:spChg>
        <pc:spChg chg="mod">
          <ac:chgData name="ADIB Allahham" userId="97605edd-f46c-4e29-aebb-39d3a79c5ffe" providerId="ADAL" clId="{F366E7D3-C0FD-4AD1-9C02-B324081124B2}" dt="2026-03-02T15:04:16.091" v="9671" actId="207"/>
          <ac:spMkLst>
            <pc:docMk/>
            <pc:sldMk cId="3863488692" sldId="509"/>
            <ac:spMk id="28" creationId="{D30F6B71-D82D-8EBC-D826-8A680530E72B}"/>
          </ac:spMkLst>
        </pc:spChg>
        <pc:spChg chg="mod">
          <ac:chgData name="ADIB Allahham" userId="97605edd-f46c-4e29-aebb-39d3a79c5ffe" providerId="ADAL" clId="{F366E7D3-C0FD-4AD1-9C02-B324081124B2}" dt="2026-03-02T15:06:24.705" v="9739" actId="1035"/>
          <ac:spMkLst>
            <pc:docMk/>
            <pc:sldMk cId="3863488692" sldId="509"/>
            <ac:spMk id="29" creationId="{CAC33A2E-5B5C-F9D1-D69B-ADD598176D90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30" creationId="{1ECF9855-76B8-1DA4-1BF2-7806C5CFDEDF}"/>
          </ac:spMkLst>
        </pc:spChg>
        <pc:spChg chg="mod">
          <ac:chgData name="ADIB Allahham" userId="97605edd-f46c-4e29-aebb-39d3a79c5ffe" providerId="ADAL" clId="{F366E7D3-C0FD-4AD1-9C02-B324081124B2}" dt="2026-03-02T15:06:47.350" v="9786" actId="1035"/>
          <ac:spMkLst>
            <pc:docMk/>
            <pc:sldMk cId="3863488692" sldId="509"/>
            <ac:spMk id="32" creationId="{91673659-1CB6-06BA-4D70-7250949803E2}"/>
          </ac:spMkLst>
        </pc:spChg>
        <pc:spChg chg="mod">
          <ac:chgData name="ADIB Allahham" userId="97605edd-f46c-4e29-aebb-39d3a79c5ffe" providerId="ADAL" clId="{F366E7D3-C0FD-4AD1-9C02-B324081124B2}" dt="2026-03-02T15:07:07.277" v="9813" actId="14100"/>
          <ac:spMkLst>
            <pc:docMk/>
            <pc:sldMk cId="3863488692" sldId="509"/>
            <ac:spMk id="33" creationId="{F6C56954-8FD0-4A01-737C-51234D478215}"/>
          </ac:spMkLst>
        </pc:spChg>
        <pc:spChg chg="mod">
          <ac:chgData name="ADIB Allahham" userId="97605edd-f46c-4e29-aebb-39d3a79c5ffe" providerId="ADAL" clId="{F366E7D3-C0FD-4AD1-9C02-B324081124B2}" dt="2026-03-02T15:07:40.328" v="9849" actId="1035"/>
          <ac:spMkLst>
            <pc:docMk/>
            <pc:sldMk cId="3863488692" sldId="509"/>
            <ac:spMk id="34" creationId="{66DD58F6-AE45-A4DC-DB7B-B23A80FEFDB2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35" creationId="{B4343B0E-D049-7B2A-E989-0727AA3DF376}"/>
          </ac:spMkLst>
        </pc:spChg>
        <pc:spChg chg="del">
          <ac:chgData name="ADIB Allahham" userId="97605edd-f46c-4e29-aebb-39d3a79c5ffe" providerId="ADAL" clId="{F366E7D3-C0FD-4AD1-9C02-B324081124B2}" dt="2026-03-02T14:56:42.080" v="9653" actId="478"/>
          <ac:spMkLst>
            <pc:docMk/>
            <pc:sldMk cId="3863488692" sldId="509"/>
            <ac:spMk id="36" creationId="{1DA7F701-DD6D-572C-7560-F5C2C8625B1C}"/>
          </ac:spMkLst>
        </pc:spChg>
        <pc:spChg chg="del">
          <ac:chgData name="ADIB Allahham" userId="97605edd-f46c-4e29-aebb-39d3a79c5ffe" providerId="ADAL" clId="{F366E7D3-C0FD-4AD1-9C02-B324081124B2}" dt="2026-03-02T14:56:42.080" v="9653" actId="478"/>
          <ac:spMkLst>
            <pc:docMk/>
            <pc:sldMk cId="3863488692" sldId="509"/>
            <ac:spMk id="37" creationId="{FB688E68-6D22-D8BD-436B-CFB79C2D7614}"/>
          </ac:spMkLst>
        </pc:spChg>
        <pc:spChg chg="mod">
          <ac:chgData name="ADIB Allahham" userId="97605edd-f46c-4e29-aebb-39d3a79c5ffe" providerId="ADAL" clId="{F366E7D3-C0FD-4AD1-9C02-B324081124B2}" dt="2026-03-02T15:07:57.722" v="9853" actId="1076"/>
          <ac:spMkLst>
            <pc:docMk/>
            <pc:sldMk cId="3863488692" sldId="509"/>
            <ac:spMk id="38" creationId="{44260ED2-1A33-C044-8648-12416F39698F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39" creationId="{ED9A5C25-B8E9-DC29-E85F-A00E38E59183}"/>
          </ac:spMkLst>
        </pc:spChg>
        <pc:spChg chg="add mod">
          <ac:chgData name="ADIB Allahham" userId="97605edd-f46c-4e29-aebb-39d3a79c5ffe" providerId="ADAL" clId="{F366E7D3-C0FD-4AD1-9C02-B324081124B2}" dt="2026-03-02T15:08:30.015" v="9860" actId="164"/>
          <ac:spMkLst>
            <pc:docMk/>
            <pc:sldMk cId="3863488692" sldId="509"/>
            <ac:spMk id="40" creationId="{0B7B2E0B-6E82-3DF0-7C15-C8CAB0AE62C8}"/>
          </ac:spMkLst>
        </pc:spChg>
        <pc:spChg chg="mod">
          <ac:chgData name="ADIB Allahham" userId="97605edd-f46c-4e29-aebb-39d3a79c5ffe" providerId="ADAL" clId="{F366E7D3-C0FD-4AD1-9C02-B324081124B2}" dt="2026-03-02T15:08:06.394" v="9855" actId="1076"/>
          <ac:spMkLst>
            <pc:docMk/>
            <pc:sldMk cId="3863488692" sldId="509"/>
            <ac:spMk id="41" creationId="{1E65BC8A-0630-0492-3A69-DCDA9CE9E960}"/>
          </ac:spMkLst>
        </pc:spChg>
        <pc:spChg chg="add mod">
          <ac:chgData name="ADIB Allahham" userId="97605edd-f46c-4e29-aebb-39d3a79c5ffe" providerId="ADAL" clId="{F366E7D3-C0FD-4AD1-9C02-B324081124B2}" dt="2026-03-02T15:10:29.120" v="9906" actId="1076"/>
          <ac:spMkLst>
            <pc:docMk/>
            <pc:sldMk cId="3863488692" sldId="509"/>
            <ac:spMk id="44" creationId="{D163C2AE-097E-68EE-D8E3-54CB3F1C1B09}"/>
          </ac:spMkLst>
        </pc:spChg>
        <pc:grpChg chg="mod">
          <ac:chgData name="ADIB Allahham" userId="97605edd-f46c-4e29-aebb-39d3a79c5ffe" providerId="ADAL" clId="{F366E7D3-C0FD-4AD1-9C02-B324081124B2}" dt="2026-03-02T15:10:22.514" v="9905" actId="1076"/>
          <ac:grpSpMkLst>
            <pc:docMk/>
            <pc:sldMk cId="3863488692" sldId="509"/>
            <ac:grpSpMk id="42" creationId="{E464D038-C0CB-55A6-C629-D29B27A7731A}"/>
          </ac:grpSpMkLst>
        </pc:grpChg>
        <pc:picChg chg="del">
          <ac:chgData name="ADIB Allahham" userId="97605edd-f46c-4e29-aebb-39d3a79c5ffe" providerId="ADAL" clId="{F366E7D3-C0FD-4AD1-9C02-B324081124B2}" dt="2026-03-02T14:56:42.080" v="9653" actId="478"/>
          <ac:picMkLst>
            <pc:docMk/>
            <pc:sldMk cId="3863488692" sldId="509"/>
            <ac:picMk id="17" creationId="{A3C44CBE-B8CD-10AE-F2EC-9735610BC05B}"/>
          </ac:picMkLst>
        </pc:picChg>
        <pc:picChg chg="del">
          <ac:chgData name="ADIB Allahham" userId="97605edd-f46c-4e29-aebb-39d3a79c5ffe" providerId="ADAL" clId="{F366E7D3-C0FD-4AD1-9C02-B324081124B2}" dt="2026-03-02T14:56:42.080" v="9653" actId="478"/>
          <ac:picMkLst>
            <pc:docMk/>
            <pc:sldMk cId="3863488692" sldId="509"/>
            <ac:picMk id="31" creationId="{986FFDE7-3622-56D3-F8CC-0612C23E65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C0E7D-94FD-4534-836E-D1B98133C9F6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30C07-98A7-4A1F-8E42-1BB1D1838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02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4FDFF-4AB8-44E7-A602-3A31A305472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286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84036-CCF3-2FF3-296F-B00199DC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448F2-2CE2-7642-5B12-022E2BD11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67147-FEB4-E1C4-F336-85A351052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0A5D1-05A5-C808-37F1-7A29799D4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734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6870-673A-E092-B1ED-E77A5273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F4EC6-54EA-2F5F-ECA4-E1331806F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F2180-8EC4-ECF7-2425-3ECFADA29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9DC78-7833-4810-7506-F19AB9A6F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205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617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321A5-0B54-D13B-27F7-5B6CECA6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FDB36-8B17-85A6-5C71-985253AD6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36AB6-4DE2-B31A-D17C-DBC6D99EE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81D63-F6EA-45CD-1C61-0DEC0FA0C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974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CAE9-BFF2-40C2-C002-240615BA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A507C-A96B-D37C-98B3-CF9D1174C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466E0-97D6-7C31-4940-4DB6B52D1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31B5D-30F9-DCCF-E71B-B9FE05B39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566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38F2-01B4-6B2D-6971-D51288DA7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3216F-8CC4-8B09-25CF-679C1FB7C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31B9647-7154-1A1C-696B-5AF6BC47E8F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GB" b="0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31B9647-7154-1A1C-696B-5AF6BC47E8F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We have three independent firms:</a:t>
                </a:r>
              </a:p>
              <a:p>
                <a:r>
                  <a:rPr lang="en-GB" dirty="0"/>
                  <a:t>Firm 1 invests in </a:t>
                </a:r>
                <a:r>
                  <a:rPr lang="en-GB" b="1" dirty="0"/>
                  <a:t>100 MW</a:t>
                </a:r>
                <a:r>
                  <a:rPr lang="en-GB" dirty="0"/>
                  <a:t> with a cost of </a:t>
                </a:r>
                <a:r>
                  <a:rPr lang="en-GB" b="1" dirty="0"/>
                  <a:t>£8M</a:t>
                </a:r>
                <a:endParaRPr lang="en-GB" dirty="0"/>
              </a:p>
              <a:p>
                <a:r>
                  <a:rPr lang="en-GB" dirty="0"/>
                  <a:t>Firm 2 invests in </a:t>
                </a:r>
                <a:r>
                  <a:rPr lang="en-GB" b="1" dirty="0"/>
                  <a:t>120 MW</a:t>
                </a:r>
                <a:r>
                  <a:rPr lang="en-GB" dirty="0"/>
                  <a:t> with a cost of </a:t>
                </a:r>
                <a:r>
                  <a:rPr lang="en-GB" b="1" dirty="0"/>
                  <a:t>£9M</a:t>
                </a:r>
                <a:endParaRPr lang="en-GB" dirty="0"/>
              </a:p>
              <a:p>
                <a:r>
                  <a:rPr lang="en-GB" dirty="0"/>
                  <a:t>Firm 3 invests in </a:t>
                </a:r>
                <a:r>
                  <a:rPr lang="en-GB" b="1" dirty="0"/>
                  <a:t>130 MW</a:t>
                </a:r>
                <a:r>
                  <a:rPr lang="en-GB" dirty="0"/>
                  <a:t> with a cost of </a:t>
                </a:r>
                <a:r>
                  <a:rPr lang="en-GB" b="1" dirty="0"/>
                  <a:t>£10M</a:t>
                </a:r>
                <a:endParaRPr lang="en-GB" dirty="0"/>
              </a:p>
              <a:p>
                <a:br>
                  <a:rPr lang="en-GB" dirty="0"/>
                </a:br>
                <a:endParaRPr lang="en-GB" dirty="0"/>
              </a:p>
              <a:p>
                <a:r>
                  <a:rPr lang="en-GB" b="1" dirty="0"/>
                  <a:t>⚙️ Step 1: Investment → Capacity</a:t>
                </a:r>
              </a:p>
              <a:p>
                <a:r>
                  <a:rPr lang="en-GB" dirty="0"/>
                  <a:t>Each firm makes a </a:t>
                </a:r>
                <a:r>
                  <a:rPr lang="en-GB" b="1" dirty="0"/>
                  <a:t>long-term investment decision</a:t>
                </a:r>
                <a:r>
                  <a:rPr lang="en-GB" dirty="0"/>
                  <a:t>, which determines its installed capacity:</a:t>
                </a:r>
              </a:p>
              <a:p>
                <a:r>
                  <a:rPr lang="en-GB" dirty="0"/>
                  <a:t>100 MW, 120 MW, and 130 MW respectively</a:t>
                </a:r>
              </a:p>
              <a:p>
                <a:r>
                  <a:rPr lang="en-GB" dirty="0"/>
                  <a:t>These are not short-term production choices —</a:t>
                </a:r>
                <a:br>
                  <a:rPr lang="en-GB" dirty="0"/>
                </a:br>
                <a:r>
                  <a:rPr lang="en-GB" dirty="0"/>
                  <a:t>👉 they are </a:t>
                </a:r>
                <a:r>
                  <a:rPr lang="en-GB" b="1" dirty="0"/>
                  <a:t>strategic capacity investments</a:t>
                </a:r>
                <a:r>
                  <a:rPr lang="en-GB" dirty="0"/>
                  <a:t>.</a:t>
                </a:r>
              </a:p>
              <a:p>
                <a:br>
                  <a:rPr lang="en-GB" dirty="0"/>
                </a:br>
                <a:endParaRPr lang="en-GB" dirty="0"/>
              </a:p>
              <a:p>
                <a:r>
                  <a:rPr lang="en-GB" b="1" dirty="0"/>
                  <a:t>Step 2: Market Clearing</a:t>
                </a:r>
              </a:p>
              <a:p>
                <a:r>
                  <a:rPr lang="en-GB" dirty="0"/>
                  <a:t>These capacities translate into total market supply:</a:t>
                </a:r>
              </a:p>
              <a:p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𝑄=100+120+130=350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MW</a:t>
                </a:r>
                <a:r>
                  <a:rPr lang="en-GB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GB" b="0" dirty="0"/>
              </a:p>
              <a:p>
                <a:r>
                  <a:rPr lang="en-GB" dirty="0"/>
                  <a:t>At this total supply, the market clears at:</a:t>
                </a:r>
              </a:p>
              <a:p>
                <a:r>
                  <a:rPr lang="en-GB" b="1" dirty="0"/>
                  <a:t>Market price = £60/MWh</a:t>
                </a:r>
                <a:endParaRPr lang="en-GB" dirty="0"/>
              </a:p>
              <a:p>
                <a:r>
                  <a:rPr lang="en-GB" dirty="0"/>
                  <a:t>This is shown on the right-hand side where supply intersects demand.</a:t>
                </a:r>
              </a:p>
              <a:p>
                <a:br>
                  <a:rPr lang="en-GB" dirty="0"/>
                </a:br>
                <a:endParaRPr lang="en-GB" dirty="0"/>
              </a:p>
              <a:p>
                <a:r>
                  <a:rPr lang="en-GB" b="1" dirty="0"/>
                  <a:t>Step 3: Profit Realisation</a:t>
                </a:r>
              </a:p>
              <a:p>
                <a:r>
                  <a:rPr lang="en-GB" dirty="0"/>
                  <a:t>Given this price:</a:t>
                </a:r>
              </a:p>
              <a:p>
                <a:r>
                  <a:rPr lang="en-GB" dirty="0"/>
                  <a:t>Firm 1 earns </a:t>
                </a:r>
                <a:r>
                  <a:rPr lang="en-GB" b="1" dirty="0"/>
                  <a:t>£10M profit</a:t>
                </a:r>
                <a:endParaRPr lang="en-GB" dirty="0"/>
              </a:p>
              <a:p>
                <a:r>
                  <a:rPr lang="en-GB" dirty="0"/>
                  <a:t>Firm 2 earns </a:t>
                </a:r>
                <a:r>
                  <a:rPr lang="en-GB" b="1" dirty="0"/>
                  <a:t>£9M profit</a:t>
                </a:r>
                <a:endParaRPr lang="en-GB" dirty="0"/>
              </a:p>
              <a:p>
                <a:r>
                  <a:rPr lang="en-GB" dirty="0"/>
                  <a:t>Firm 3 earns </a:t>
                </a:r>
                <a:r>
                  <a:rPr lang="en-GB" b="1" dirty="0"/>
                  <a:t>£10M profit</a:t>
                </a:r>
                <a:endParaRPr lang="en-GB" dirty="0"/>
              </a:p>
              <a:p>
                <a:r>
                  <a:rPr lang="en-GB" dirty="0"/>
                  <a:t>So each firm’s outcome depends on:</a:t>
                </a:r>
              </a:p>
              <a:p>
                <a:r>
                  <a:rPr lang="en-GB" dirty="0"/>
                  <a:t>👉 Its own investment</a:t>
                </a:r>
                <a:br>
                  <a:rPr lang="en-GB" dirty="0"/>
                </a:br>
                <a:r>
                  <a:rPr lang="en-GB" dirty="0"/>
                  <a:t>👉 AND the total market supply</a:t>
                </a:r>
              </a:p>
              <a:p>
                <a:br>
                  <a:rPr lang="en-GB" dirty="0"/>
                </a:br>
                <a:r>
                  <a:rPr lang="en-GB" b="1" dirty="0"/>
                  <a:t>Step 4: Strategic Interaction</a:t>
                </a:r>
              </a:p>
              <a:p>
                <a:r>
                  <a:rPr lang="en-GB" dirty="0"/>
                  <a:t>Now the key idea of competition:</a:t>
                </a:r>
              </a:p>
              <a:p>
                <a:r>
                  <a:rPr lang="en-GB" dirty="0"/>
                  <a:t>Each firm understands that:</a:t>
                </a:r>
              </a:p>
              <a:p>
                <a:r>
                  <a:rPr lang="en-GB" dirty="0"/>
                  <a:t>Increasing its capacity → increases total supply</a:t>
                </a:r>
              </a:p>
              <a:p>
                <a:r>
                  <a:rPr lang="en-GB" dirty="0"/>
                  <a:t>Higher supply → </a:t>
                </a:r>
                <a:r>
                  <a:rPr lang="en-GB" b="1" dirty="0"/>
                  <a:t>reduces market price</a:t>
                </a:r>
                <a:endParaRPr lang="en-GB" dirty="0"/>
              </a:p>
              <a:p>
                <a:r>
                  <a:rPr lang="en-GB" dirty="0"/>
                  <a:t>Lower price → affects </a:t>
                </a:r>
                <a:r>
                  <a:rPr lang="en-GB" b="1" dirty="0"/>
                  <a:t>all firms’ profits</a:t>
                </a:r>
                <a:endParaRPr lang="en-GB" dirty="0"/>
              </a:p>
              <a:p>
                <a:r>
                  <a:rPr lang="en-GB" dirty="0"/>
                  <a:t>So investment decisions are </a:t>
                </a:r>
                <a:r>
                  <a:rPr lang="en-GB" b="1" dirty="0"/>
                  <a:t>strategically interdependent</a:t>
                </a:r>
                <a:r>
                  <a:rPr lang="en-GB" dirty="0"/>
                  <a:t>.</a:t>
                </a:r>
              </a:p>
              <a:p>
                <a:br>
                  <a:rPr lang="en-GB" dirty="0"/>
                </a:br>
                <a:r>
                  <a:rPr lang="en-GB" b="1" dirty="0"/>
                  <a:t>Step 5: Nash Equilibrium</a:t>
                </a:r>
              </a:p>
              <a:p>
                <a:r>
                  <a:rPr lang="en-GB" dirty="0"/>
                  <a:t>The point shown in the figure represents a </a:t>
                </a:r>
                <a:r>
                  <a:rPr lang="en-GB" b="1" dirty="0"/>
                  <a:t>Nash equilibrium</a:t>
                </a:r>
                <a:r>
                  <a:rPr lang="en-GB" dirty="0"/>
                  <a:t>:</a:t>
                </a:r>
              </a:p>
              <a:p>
                <a:r>
                  <a:rPr lang="en-GB" dirty="0"/>
                  <a:t>Firm 1 chooses </a:t>
                </a:r>
                <a:r>
                  <a:rPr lang="en-GB" b="1" dirty="0"/>
                  <a:t>100 MW</a:t>
                </a:r>
                <a:endParaRPr lang="en-GB" dirty="0"/>
              </a:p>
              <a:p>
                <a:r>
                  <a:rPr lang="en-GB" dirty="0"/>
                  <a:t>Firm 2 chooses </a:t>
                </a:r>
                <a:r>
                  <a:rPr lang="en-GB" b="1" dirty="0"/>
                  <a:t>120 MW</a:t>
                </a:r>
                <a:endParaRPr lang="en-GB" dirty="0"/>
              </a:p>
              <a:p>
                <a:r>
                  <a:rPr lang="en-GB" dirty="0"/>
                  <a:t>Firm 3 chooses </a:t>
                </a:r>
                <a:r>
                  <a:rPr lang="en-GB" b="1" dirty="0"/>
                  <a:t>130 MW</a:t>
                </a:r>
                <a:endParaRPr lang="en-GB" dirty="0"/>
              </a:p>
              <a:p>
                <a:r>
                  <a:rPr lang="en-GB" dirty="0"/>
                  <a:t>At this point:</a:t>
                </a:r>
              </a:p>
              <a:p>
                <a:r>
                  <a:rPr lang="en-GB" dirty="0"/>
                  <a:t>✔ No firm can increase its profit by changing its investment alone</a:t>
                </a:r>
                <a:br>
                  <a:rPr lang="en-GB" dirty="0"/>
                </a:br>
                <a:r>
                  <a:rPr lang="en-GB" dirty="0"/>
                  <a:t>✔ Market clears consistently at </a:t>
                </a:r>
                <a:r>
                  <a:rPr lang="en-GB" b="1" dirty="0"/>
                  <a:t>350 MW and £60</a:t>
                </a:r>
                <a:br>
                  <a:rPr lang="en-GB" dirty="0"/>
                </a:br>
                <a:r>
                  <a:rPr lang="en-GB" dirty="0"/>
                  <a:t>✔ All firms are playing their best response</a:t>
                </a:r>
              </a:p>
              <a:p>
                <a:endParaRPr lang="en-GB" b="0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FF4C1-6815-37A3-4DA5-9F4D865D4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73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250B-1522-712A-99E3-7165EC48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CCA51-F7A8-7050-3C21-8DBE723A9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00159-1452-19D9-54C8-2E476FC17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D4AE9-B91A-089E-278B-A25C303F9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546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03FD-3A2E-8D04-26FF-C696A2158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00634-91E7-A53C-DF94-C02D348FF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DDE03-C1DC-8D0B-265F-F7C97FE27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10F00-7BBC-E822-4F34-1BE1BD150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686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D518-69A1-FFEB-AD17-DE51B480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A7408-5DDE-A349-9289-4C596BDB0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63CEE-CF58-0867-7752-61A6250A7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79985-5484-F2B2-7EFC-566883BA6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54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2E29-D555-6392-CD98-B72E2566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823B6-1EB8-1494-F33A-59189FD26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36D72-5687-9507-EAC8-4C54D20D9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84FDF-B33F-E39D-A891-5B8AA7D21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642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6D185-2FFC-2B00-D7E8-12623266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797DE-1554-6D27-DBBE-705B84A96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945F4-E554-3B5E-D8CF-621CFE8F1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7C39D-8060-EA2E-490E-184688650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968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91A8B-78E1-8A27-5EC1-7E54CD8B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2F0B4-45A7-B933-5A24-3134FEF3C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E30BA-E698-5E9E-3E1A-A8B804E40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111D8-14AD-3A0C-6511-7B18C6A9D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265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2860-D1D1-5925-C98B-6EC8CFD82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5EB42-0CA6-E0C7-DAF0-1326F9E32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C19F0-056E-A178-98F0-51F9FB288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78A57-6B7A-406A-A72B-0C2B7C919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5259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8DA7-7E73-D1A2-5DEA-76B146AD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3CD26E-149C-A06D-B8F9-2BAD092A1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31FD8-C0E5-A359-3C98-B1E7B4385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2BF3B-5F92-43F5-81F8-D94F2D897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915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B6632-1E74-228C-4E94-EB23EEE3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B44AC-C835-553F-3322-611CF9183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DEF3C-782C-2E79-F8D2-159FB1FB8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5EF7D-AF13-231C-5DCD-A6C1BE808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618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E7E0-6BAD-FFDB-2A4D-A8C6F8E1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DC1AD-3AE1-3920-9A57-AEEE02C28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39BCF-9537-C896-9EC5-1835E87D3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E37BB-07C0-36C9-E739-B1FABC40F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407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0C498-9BB5-11EA-1B3B-D863AE48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CC3D2-C7D7-6612-85EC-6E1BA8DF6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807B5-342E-F1EC-C02E-D72FFE2CB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179F9-0ACA-C002-FBCC-541900DA8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957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55F69-8758-7C51-30CF-FF5B8BA7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974A7-CF10-EF92-46BC-42F024DDA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08A3F-35C7-5CF6-02D7-20DBBD41C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1FCF4-8BEE-E2A2-D6A0-A3EE5F520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578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884E-6AC0-F4D7-A38A-08A4B00AF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7EEAF-7210-ED45-8F3C-E9679903A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7E529-6E74-358D-F32B-B0228E7F3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BCD5-DF61-DBC2-D5A4-E52810796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7589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2C39-A02A-057A-FC7A-F610E96D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04FEC-7642-4BBF-5521-5A243AAC9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252A3-753F-EE32-872C-3108D1B5B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92CB1-EB32-EFF6-7319-E1A39BE23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3660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A2FE8-BCE7-F42F-EF6F-D886F9B6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39D63-96C6-C8B1-3453-75E9D785E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A3A62-B150-057D-5AE6-A0990C743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39ED4-1EC2-4D9A-2872-5F35C31C2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0357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0404-8CFD-BDDA-89FA-5C7DA774E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D40E7-A539-E97F-B6AC-FCAB24852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C1812-FB07-7C16-D8FA-88A2A3D87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FB64F-3890-09C2-D953-EBF5DF052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180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2EE2F-D211-9FCA-5445-6D4E773F4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A3F21-208B-BB34-A8BC-9A1A6498A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44890-87F2-CFA4-2689-4FBBC90B1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E0F8F-55A0-873C-EC5C-E1B956F68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959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03467-7F74-EAC0-890F-B823A203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54BB9-0CF2-0DBD-D662-D96E96446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85D30-67B9-1AF1-4EFF-E41E9275A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3E134-C98E-0B1A-C393-0771D5746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1393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E1560-8725-68CC-9E35-D3660245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C4B9F-7A79-73CB-2EFE-4AECDC7E7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0A0BC-6464-225F-5B78-E49EFFFE5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5B1F6-373F-8836-D413-1AA57DD49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9171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79AD6-D892-5E1F-BBC0-D59C58A8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C94E9-00CA-8B0D-EA7D-FEC971AC9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14875-1A92-7AFB-E4D4-42B7C783D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44E4B-97D8-F1FC-DCEA-D0962E76C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2059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E0B6C-FB2D-3472-8D85-7DA8C649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1415A-13C5-9CCF-0ABC-BC6D5F106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07EBE-2CC6-B58F-B6B9-AB0A80F54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FF365-60E4-F620-7609-48607F5BB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7311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B17B-BB1F-F611-4477-DFEBE561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30C26-B44A-3EF3-03DA-BFCCAA07E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4014E-586C-6437-11FE-E6F090350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BA2CA-75F8-C181-8DAC-6BB3728E9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9900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D1DB-6940-3D02-4728-206C8D72F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43CA8-B7CA-971C-F1DE-29EF49435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34495-463C-1BD6-2E13-4FCE4A7A1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4110E-84DF-2FCD-6A93-7A4B8EA4A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2762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6872-36C3-47FB-0EE7-D69B1B79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562A2-1ED5-8DCA-6296-6E19C76EB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4C32F-B1EA-CB07-C5DB-4EAAC7CCD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C155F-9A88-09BA-125F-38013AFCE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4533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9FF3C-933C-B303-3896-D4000D41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3796B-6E62-FE4E-C0CF-1EF5DD598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EC373-3B11-3193-AFA6-9C3D5CC2D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B0159-603E-456C-8D26-AE90B7514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2613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7C0C-7541-6736-B12B-6546257F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30F34-BB01-80F2-0AE4-F2C2194E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80696-7848-3589-4210-DA9EFA611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AA3FC-1E04-85C7-7E26-C6BCD01B3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2201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A1F0-4766-7085-2DB6-65993113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E308E-DB76-C201-52C6-37E419DE1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A575F-002F-6C82-D0E4-061711DED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43265-4213-BFB9-382A-BB80BBBA3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3693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6A85-9484-D955-9D4A-3278F9B59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97D96-69BC-F8F9-58C7-0654E9EE0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9E3D2-A1CB-9313-68DF-FAC300AEB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4EB82-B65D-40E6-79C8-40980C465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8100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BE65F-EAA5-3F56-AF3B-9B0236FB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BA175-48DD-052E-B13C-CCCDF24F5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957B4-B532-0D1A-B5C5-5D2D1E618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6B326-BD10-40D2-D49B-E74A0608E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9150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0D00-EFC9-9396-CC14-51C0C384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D5A7D-EA46-EBB4-2341-D4C66B7AB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6FBF5-6676-C58B-3B94-5859A457A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3263E-9359-6DD5-2092-75C1ABB98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1507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5D976-C294-12AC-6FDE-868DFC74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BED8D-FB60-8C90-D283-1EC204C5A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0773A-951E-E6A8-42E8-3234F8C24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F01F0-7175-1569-882C-05433B882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3546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62A8-D408-5815-B780-BA571988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F33C1-4185-C892-5519-D1014F866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3592B-3619-BCE1-A824-F80ACF75E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B1396-239C-5D3E-5CC5-981B3A1AB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8145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578AA-0908-4D44-F0BF-15652CC64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0C4A4-7360-C8EC-93AE-B2AC2511F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CDD23-6474-6FAD-E4A9-36A32E17C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E818D-9A6C-79A7-36AD-19FAC89F1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547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7B05-AC46-CB6D-FEDB-8724E946E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3E6E3-D2F9-67B7-1F2A-A680D7F70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10307-1533-70DF-678A-391E8232D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7B18E-974B-968B-5AA8-46FD5B750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7396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01DF-3E64-9FF0-DF44-862A1B67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8CEE1-A119-1257-0379-DF6AA8B53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C686B-C20D-E016-2234-A6661D701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94093-F77F-0944-CA61-9682FD7A8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2297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9318-74CA-98FA-85AF-F8FFEE438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6EDF9-D031-5E2C-857A-20E64C010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683BC-C710-24AE-2091-3FBA9AABD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2A00D-2C67-6C59-9C0A-DF2506687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292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E347-37D8-E3ED-8E78-722A65501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83A64-0104-B29F-BADA-BB1AA0D47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09CA8-6BD7-A08F-BC2B-08B74EC4B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AC841-038C-7F3C-E580-A47D6661E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8610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1E89-D0CD-24C4-2B53-6EA865C7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D0A9B-52FD-B2F1-DB6B-8DB302CC2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027AE-3CBC-DE58-8EA8-11B11F5A1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8239E-C055-C876-C2F4-DB159BE23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1781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BA9E-ECFE-5744-EA6A-6A2897FB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78E9C-118C-B5F4-7D66-49BED0E98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BD580-555A-A327-3670-8B455426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624F9-8D32-A7AA-9312-FB0EDC1F4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8860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E6DA-CE07-1CEA-A5B6-9C874731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3D572-0DD4-F805-5B25-3FD3AA5EF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A077B-A79A-F7AC-775D-6D3DB0A26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786FA-DB1B-99D6-D6A8-8E3E9BF37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681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30C07-98A7-4A1F-8E42-1BB1D18386AB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30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34BC16-DE0D-B0F6-4116-5245C55F2B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FC8682-6981-1037-A4CD-E42488F2C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94" y="3883231"/>
            <a:ext cx="7252893" cy="2203969"/>
          </a:xfrm>
          <a:noFill/>
        </p:spPr>
        <p:txBody>
          <a:bodyPr lIns="0" tIns="0" rIns="0" bIns="0" anchor="t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A9A48-46E3-22AD-9C2F-D585CEF17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94" y="2215719"/>
            <a:ext cx="7252893" cy="14537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FA1342-E0D6-4C74-A5C2-2417482AE114}"/>
              </a:ext>
            </a:extLst>
          </p:cNvPr>
          <p:cNvSpPr txBox="1"/>
          <p:nvPr userDrawn="1"/>
        </p:nvSpPr>
        <p:spPr>
          <a:xfrm>
            <a:off x="501694" y="6245921"/>
            <a:ext cx="609797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www.hi-act.ac.uk</a:t>
            </a:r>
          </a:p>
        </p:txBody>
      </p:sp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0B9C8C88-946D-DC7A-B5CB-080C062E12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656"/>
          <a:stretch/>
        </p:blipFill>
        <p:spPr>
          <a:xfrm>
            <a:off x="389180" y="-819"/>
            <a:ext cx="3473449" cy="1384314"/>
          </a:xfrm>
          <a:prstGeom prst="rect">
            <a:avLst/>
          </a:prstGeom>
        </p:spPr>
      </p:pic>
      <p:pic>
        <p:nvPicPr>
          <p:cNvPr id="22" name="Picture 21" descr="A picture containing font, text, graphics, screenshot&#10;&#10;Description automatically generated">
            <a:extLst>
              <a:ext uri="{FF2B5EF4-FFF2-40B4-BE49-F238E27FC236}">
                <a16:creationId xmlns:a16="http://schemas.microsoft.com/office/drawing/2014/main" id="{949374D3-F909-619A-B99D-3856879CA7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63" y="1309388"/>
            <a:ext cx="1170577" cy="345140"/>
          </a:xfrm>
          <a:prstGeom prst="rect">
            <a:avLst/>
          </a:prstGeom>
        </p:spPr>
      </p:pic>
      <p:pic>
        <p:nvPicPr>
          <p:cNvPr id="23" name="Picture 22" descr="Text, letter&#10;&#10;Description automatically generated">
            <a:extLst>
              <a:ext uri="{FF2B5EF4-FFF2-40B4-BE49-F238E27FC236}">
                <a16:creationId xmlns:a16="http://schemas.microsoft.com/office/drawing/2014/main" id="{4F26EAEA-393B-481F-F83B-0FE41544EB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14612" y="820971"/>
            <a:ext cx="7236841" cy="66211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E1D69DD-E1CC-F610-4E3E-CB69CB50FA4A}"/>
              </a:ext>
            </a:extLst>
          </p:cNvPr>
          <p:cNvGrpSpPr/>
          <p:nvPr userDrawn="1"/>
        </p:nvGrpSpPr>
        <p:grpSpPr>
          <a:xfrm>
            <a:off x="4869136" y="3457"/>
            <a:ext cx="7322864" cy="1277133"/>
            <a:chOff x="4869136" y="3457"/>
            <a:chExt cx="7322864" cy="127713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3C026D4-D364-76A7-7B42-B8E26A1F9B31}"/>
                </a:ext>
              </a:extLst>
            </p:cNvPr>
            <p:cNvGrpSpPr/>
            <p:nvPr/>
          </p:nvGrpSpPr>
          <p:grpSpPr>
            <a:xfrm>
              <a:off x="4869136" y="3457"/>
              <a:ext cx="7322864" cy="809089"/>
              <a:chOff x="3970612" y="30974"/>
              <a:chExt cx="7322864" cy="809089"/>
            </a:xfrm>
          </p:grpSpPr>
          <p:pic>
            <p:nvPicPr>
              <p:cNvPr id="31" name="Picture 30" descr="Text&#10;&#10;Description automatically generated">
                <a:extLst>
                  <a:ext uri="{FF2B5EF4-FFF2-40B4-BE49-F238E27FC236}">
                    <a16:creationId xmlns:a16="http://schemas.microsoft.com/office/drawing/2014/main" id="{90DF64B0-8F87-7F51-D394-ADCED2591B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970612" y="142483"/>
                <a:ext cx="6022019" cy="662115"/>
              </a:xfrm>
              <a:prstGeom prst="rect">
                <a:avLst/>
              </a:prstGeom>
            </p:spPr>
          </p:pic>
          <p:pic>
            <p:nvPicPr>
              <p:cNvPr id="32" name="Picture 31" descr="Text&#10;&#10;Description automatically generated">
                <a:extLst>
                  <a:ext uri="{FF2B5EF4-FFF2-40B4-BE49-F238E27FC236}">
                    <a16:creationId xmlns:a16="http://schemas.microsoft.com/office/drawing/2014/main" id="{66743376-8F19-2C53-4800-B0D4AA0545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80405"/>
              <a:stretch/>
            </p:blipFill>
            <p:spPr>
              <a:xfrm>
                <a:off x="9992631" y="30974"/>
                <a:ext cx="1300845" cy="809089"/>
              </a:xfrm>
              <a:prstGeom prst="rect">
                <a:avLst/>
              </a:prstGeom>
            </p:spPr>
          </p:pic>
        </p:grpSp>
        <p:pic>
          <p:nvPicPr>
            <p:cNvPr id="26" name="Picture 25" descr="A black background with white text&#10;&#10;Description automatically generated">
              <a:extLst>
                <a:ext uri="{FF2B5EF4-FFF2-40B4-BE49-F238E27FC236}">
                  <a16:creationId xmlns:a16="http://schemas.microsoft.com/office/drawing/2014/main" id="{1B60C5BB-0CDE-EBEE-1907-63D429156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5360" y="913418"/>
              <a:ext cx="1119474" cy="355433"/>
            </a:xfrm>
            <a:prstGeom prst="rect">
              <a:avLst/>
            </a:prstGeom>
          </p:spPr>
        </p:pic>
        <p:pic>
          <p:nvPicPr>
            <p:cNvPr id="27" name="Picture 26" descr="A blue text on a black background&#10;&#10;Description automatically generated">
              <a:extLst>
                <a:ext uri="{FF2B5EF4-FFF2-40B4-BE49-F238E27FC236}">
                  <a16:creationId xmlns:a16="http://schemas.microsoft.com/office/drawing/2014/main" id="{3EAD57C4-6A94-FE55-DBFA-A4E4F2114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5042" y="906877"/>
              <a:ext cx="1299508" cy="368517"/>
            </a:xfrm>
            <a:prstGeom prst="rect">
              <a:avLst/>
            </a:prstGeom>
          </p:spPr>
        </p:pic>
        <p:pic>
          <p:nvPicPr>
            <p:cNvPr id="28" name="Picture 27" descr="A black background with red text&#10;&#10;Description automatically generated">
              <a:extLst>
                <a:ext uri="{FF2B5EF4-FFF2-40B4-BE49-F238E27FC236}">
                  <a16:creationId xmlns:a16="http://schemas.microsoft.com/office/drawing/2014/main" id="{39168855-DC11-AFE2-F7BD-C757B9195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4758" y="883452"/>
              <a:ext cx="1086986" cy="391942"/>
            </a:xfrm>
            <a:prstGeom prst="rect">
              <a:avLst/>
            </a:prstGeom>
          </p:spPr>
        </p:pic>
        <p:pic>
          <p:nvPicPr>
            <p:cNvPr id="29" name="Picture 28" descr="A black and white logo&#10;&#10;Description automatically generated">
              <a:extLst>
                <a:ext uri="{FF2B5EF4-FFF2-40B4-BE49-F238E27FC236}">
                  <a16:creationId xmlns:a16="http://schemas.microsoft.com/office/drawing/2014/main" id="{47BEC35F-8EC5-C258-288B-ABFDAA889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7741" y="888590"/>
              <a:ext cx="1119655" cy="326454"/>
            </a:xfrm>
            <a:prstGeom prst="rect">
              <a:avLst/>
            </a:prstGeom>
          </p:spPr>
        </p:pic>
        <p:pic>
          <p:nvPicPr>
            <p:cNvPr id="30" name="Picture 29" descr="A black and white logo&#10;&#10;Description automatically generated">
              <a:extLst>
                <a:ext uri="{FF2B5EF4-FFF2-40B4-BE49-F238E27FC236}">
                  <a16:creationId xmlns:a16="http://schemas.microsoft.com/office/drawing/2014/main" id="{808EDD58-AAD2-9FDA-D6D4-57F96D185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3393" y="901697"/>
              <a:ext cx="1298061" cy="378893"/>
            </a:xfrm>
            <a:prstGeom prst="rect">
              <a:avLst/>
            </a:prstGeom>
          </p:spPr>
        </p:pic>
      </p:grpSp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E29A22C2-0CBF-666E-3CA7-08A8CE49A65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523" y="1309388"/>
            <a:ext cx="1349407" cy="33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5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35841F79-F9E3-C07B-58E5-F925D8BFFF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5642" y="1046882"/>
            <a:ext cx="8855624" cy="58251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34BC16-DE0D-B0F6-4116-5245C55F2B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16996" cy="68720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FC8682-6981-1037-A4CD-E42488F2C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94" y="3883231"/>
            <a:ext cx="7252893" cy="2203969"/>
          </a:xfrm>
          <a:noFill/>
        </p:spPr>
        <p:txBody>
          <a:bodyPr lIns="0" tIns="0" rIns="0" bIns="0" anchor="t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A9A48-46E3-22AD-9C2F-D585CEF17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94" y="2215719"/>
            <a:ext cx="7252893" cy="145375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5910DE5-8B28-76DE-1B52-2774D4914F1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694" y="345570"/>
            <a:ext cx="2667391" cy="101638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0FA1342-E0D6-4C74-A5C2-2417482AE114}"/>
              </a:ext>
            </a:extLst>
          </p:cNvPr>
          <p:cNvSpPr txBox="1"/>
          <p:nvPr userDrawn="1"/>
        </p:nvSpPr>
        <p:spPr>
          <a:xfrm>
            <a:off x="501694" y="6245921"/>
            <a:ext cx="609797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www.hi-act.ac.uk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1FF8E4F-9C41-A53F-5E70-F2EABD863CA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643716" y="922827"/>
            <a:ext cx="6037883" cy="5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6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DE1DE3F8-7227-0151-3794-5E2A06E2E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94" y="1068779"/>
            <a:ext cx="11185090" cy="1151907"/>
          </a:xfrm>
          <a:prstGeom prst="rect">
            <a:avLst/>
          </a:prstGeom>
          <a:solidFill>
            <a:srgbClr val="F5F5F2"/>
          </a:solidFill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BAF954-6E08-E45B-7EE7-1364A88F9C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0" y="2438400"/>
            <a:ext cx="11185525" cy="3589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12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DE1DE3F8-7227-0151-3794-5E2A06E2E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94" y="1068779"/>
            <a:ext cx="11185090" cy="1151907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BAF954-6E08-E45B-7EE7-1364A88F9C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0" y="2438400"/>
            <a:ext cx="11185525" cy="3589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1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44C1378-07AF-187D-0DE0-991FEC9F6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32236" y="2434560"/>
            <a:ext cx="16454913" cy="3568535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434742E-0294-ACC0-2691-C12F305BC2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694" y="2435225"/>
            <a:ext cx="3373703" cy="3567113"/>
          </a:xfrm>
          <a:prstGeom prst="rect">
            <a:avLst/>
          </a:prstGeom>
        </p:spPr>
        <p:txBody>
          <a:bodyPr rIns="0" anchor="ctr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1B838092-1813-71F0-65C7-141ED237EC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0268" y="2435225"/>
            <a:ext cx="3216164" cy="3567113"/>
          </a:xfrm>
          <a:prstGeom prst="rect">
            <a:avLst/>
          </a:prstGeom>
        </p:spPr>
        <p:txBody>
          <a:bodyPr rIns="180000" anchor="ctr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63EA07BF-D8F9-4814-8B57-5DB4E98A49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41303" y="2435225"/>
            <a:ext cx="3216164" cy="3567113"/>
          </a:xfrm>
          <a:prstGeom prst="rect">
            <a:avLst/>
          </a:prstGeom>
        </p:spPr>
        <p:txBody>
          <a:bodyPr rIns="180000" anchor="ctr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1A261AF-6F5D-44FC-2D2E-34A3D6FB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9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3CA17-2031-340B-815D-B36446AB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94" y="1068779"/>
            <a:ext cx="11185090" cy="1151907"/>
          </a:xfrm>
          <a:prstGeom prst="rect">
            <a:avLst/>
          </a:prstGeom>
          <a:solidFill>
            <a:srgbClr val="F5F5F2"/>
          </a:solidFill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75480-22AD-7393-20AE-18E356897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694" y="2493817"/>
            <a:ext cx="11185090" cy="3192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97499-3E75-901D-B1B9-D03027256CF2}"/>
              </a:ext>
            </a:extLst>
          </p:cNvPr>
          <p:cNvSpPr txBox="1"/>
          <p:nvPr userDrawn="1"/>
        </p:nvSpPr>
        <p:spPr>
          <a:xfrm>
            <a:off x="501694" y="6245921"/>
            <a:ext cx="609797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1800" b="1" dirty="0">
                <a:solidFill>
                  <a:srgbClr val="2D2D7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www.hi-act.ac.uk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AB46CC-BF38-0EEA-E4C4-903FC5FEA1D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94" y="335080"/>
            <a:ext cx="1426503" cy="54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4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4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b="1" i="0" kern="1200" baseline="0">
          <a:solidFill>
            <a:srgbClr val="2D2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2D7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2D7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2D7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2D7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679575" algn="l"/>
        </a:tabLst>
        <a:defRPr sz="1800" kern="1200">
          <a:solidFill>
            <a:srgbClr val="2D2D7C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3EFB1B-6653-41B8-E3C7-F33145344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73" y="2574539"/>
            <a:ext cx="11951453" cy="2391917"/>
          </a:xfrm>
        </p:spPr>
        <p:txBody>
          <a:bodyPr>
            <a:noAutofit/>
          </a:bodyPr>
          <a:lstStyle/>
          <a:p>
            <a:pPr algn="ctr">
              <a:lnSpc>
                <a:spcPct val="170000"/>
              </a:lnSpc>
            </a:pPr>
            <a:r>
              <a:rPr lang="en-GB" sz="3800" b="1" dirty="0"/>
              <a:t>Strategic Investment Planning for Hydrogen Infrastructure in the UK: Game Theory Insights from Regional and National Case Studies</a:t>
            </a:r>
            <a:endParaRPr lang="en-GB" sz="38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105A0B7F-3D8F-C900-F391-E8C49CB17B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656"/>
          <a:stretch/>
        </p:blipFill>
        <p:spPr>
          <a:xfrm>
            <a:off x="389180" y="-819"/>
            <a:ext cx="3473449" cy="1384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5E84B6-2B2B-7123-E31A-3316263D8B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250" t="57604" r="19750" b="20485"/>
          <a:stretch/>
        </p:blipFill>
        <p:spPr>
          <a:xfrm>
            <a:off x="469958" y="6229351"/>
            <a:ext cx="3676591" cy="486166"/>
          </a:xfrm>
          <a:prstGeom prst="rect">
            <a:avLst/>
          </a:prstGeom>
        </p:spPr>
      </p:pic>
      <p:pic>
        <p:nvPicPr>
          <p:cNvPr id="10" name="Picture 9" descr="A picture containing font, text, graphics, screenshot&#10;&#10;Description automatically generated">
            <a:extLst>
              <a:ext uri="{FF2B5EF4-FFF2-40B4-BE49-F238E27FC236}">
                <a16:creationId xmlns:a16="http://schemas.microsoft.com/office/drawing/2014/main" id="{EE107472-9B71-46CF-636E-6CAD6916BFB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63" y="1309388"/>
            <a:ext cx="1170577" cy="345140"/>
          </a:xfrm>
          <a:prstGeom prst="rect">
            <a:avLst/>
          </a:prstGeom>
        </p:spPr>
      </p:pic>
      <p:pic>
        <p:nvPicPr>
          <p:cNvPr id="18" name="Picture 17" descr="Text, letter&#10;&#10;Description automatically generated">
            <a:extLst>
              <a:ext uri="{FF2B5EF4-FFF2-40B4-BE49-F238E27FC236}">
                <a16:creationId xmlns:a16="http://schemas.microsoft.com/office/drawing/2014/main" id="{A836EBD7-DE25-4564-B67D-25027065C7B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14612" y="820971"/>
            <a:ext cx="7236841" cy="66211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9E2F219B-72BF-46B5-0E4C-F35587D718E3}"/>
              </a:ext>
            </a:extLst>
          </p:cNvPr>
          <p:cNvGrpSpPr/>
          <p:nvPr/>
        </p:nvGrpSpPr>
        <p:grpSpPr>
          <a:xfrm>
            <a:off x="4869136" y="3457"/>
            <a:ext cx="7322864" cy="1277133"/>
            <a:chOff x="4869136" y="3457"/>
            <a:chExt cx="7322864" cy="127713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C76ED1-14CE-80BE-C20F-EA5D0DC4DC58}"/>
                </a:ext>
              </a:extLst>
            </p:cNvPr>
            <p:cNvGrpSpPr/>
            <p:nvPr/>
          </p:nvGrpSpPr>
          <p:grpSpPr>
            <a:xfrm>
              <a:off x="4869136" y="3457"/>
              <a:ext cx="7322864" cy="809089"/>
              <a:chOff x="3970612" y="30974"/>
              <a:chExt cx="7322864" cy="809089"/>
            </a:xfrm>
          </p:grpSpPr>
          <p:pic>
            <p:nvPicPr>
              <p:cNvPr id="2" name="Picture 1" descr="Text&#10;&#10;Description automatically generated">
                <a:extLst>
                  <a:ext uri="{FF2B5EF4-FFF2-40B4-BE49-F238E27FC236}">
                    <a16:creationId xmlns:a16="http://schemas.microsoft.com/office/drawing/2014/main" id="{ABF3DBB3-DCA0-2565-62DD-248D08B2D2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970612" y="142483"/>
                <a:ext cx="6022019" cy="662115"/>
              </a:xfrm>
              <a:prstGeom prst="rect">
                <a:avLst/>
              </a:prstGeom>
            </p:spPr>
          </p:pic>
          <p:pic>
            <p:nvPicPr>
              <p:cNvPr id="12" name="Picture 11" descr="Text&#10;&#10;Description automatically generated">
                <a:extLst>
                  <a:ext uri="{FF2B5EF4-FFF2-40B4-BE49-F238E27FC236}">
                    <a16:creationId xmlns:a16="http://schemas.microsoft.com/office/drawing/2014/main" id="{2A77C0AD-9848-8F5E-0E98-AE07A2D30EF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80405"/>
              <a:stretch/>
            </p:blipFill>
            <p:spPr>
              <a:xfrm>
                <a:off x="9992631" y="30974"/>
                <a:ext cx="1300845" cy="809089"/>
              </a:xfrm>
              <a:prstGeom prst="rect">
                <a:avLst/>
              </a:prstGeom>
            </p:spPr>
          </p:pic>
        </p:grpSp>
        <p:pic>
          <p:nvPicPr>
            <p:cNvPr id="22" name="Picture 21" descr="A black background with white text&#10;&#10;Description automatically generated">
              <a:extLst>
                <a:ext uri="{FF2B5EF4-FFF2-40B4-BE49-F238E27FC236}">
                  <a16:creationId xmlns:a16="http://schemas.microsoft.com/office/drawing/2014/main" id="{80B0D46C-6D3F-3DD0-BD84-B5F582F6C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5360" y="913418"/>
              <a:ext cx="1119474" cy="355433"/>
            </a:xfrm>
            <a:prstGeom prst="rect">
              <a:avLst/>
            </a:prstGeom>
          </p:spPr>
        </p:pic>
        <p:pic>
          <p:nvPicPr>
            <p:cNvPr id="24" name="Picture 23" descr="A blue text on a black background&#10;&#10;Description automatically generated">
              <a:extLst>
                <a:ext uri="{FF2B5EF4-FFF2-40B4-BE49-F238E27FC236}">
                  <a16:creationId xmlns:a16="http://schemas.microsoft.com/office/drawing/2014/main" id="{F0A5D59B-671F-AB78-1135-60E7E9336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5042" y="906877"/>
              <a:ext cx="1299508" cy="368517"/>
            </a:xfrm>
            <a:prstGeom prst="rect">
              <a:avLst/>
            </a:prstGeom>
          </p:spPr>
        </p:pic>
        <p:pic>
          <p:nvPicPr>
            <p:cNvPr id="26" name="Picture 25" descr="A black background with red text&#10;&#10;Description automatically generated">
              <a:extLst>
                <a:ext uri="{FF2B5EF4-FFF2-40B4-BE49-F238E27FC236}">
                  <a16:creationId xmlns:a16="http://schemas.microsoft.com/office/drawing/2014/main" id="{C5278E11-0354-5B70-AB5A-F4A393896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4758" y="883452"/>
              <a:ext cx="1086986" cy="391942"/>
            </a:xfrm>
            <a:prstGeom prst="rect">
              <a:avLst/>
            </a:prstGeom>
          </p:spPr>
        </p:pic>
        <p:pic>
          <p:nvPicPr>
            <p:cNvPr id="28" name="Picture 27" descr="A black and white logo&#10;&#10;Description automatically generated">
              <a:extLst>
                <a:ext uri="{FF2B5EF4-FFF2-40B4-BE49-F238E27FC236}">
                  <a16:creationId xmlns:a16="http://schemas.microsoft.com/office/drawing/2014/main" id="{A1A00459-4737-033D-7519-EB73AC5EA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7741" y="888590"/>
              <a:ext cx="1119655" cy="326454"/>
            </a:xfrm>
            <a:prstGeom prst="rect">
              <a:avLst/>
            </a:prstGeom>
          </p:spPr>
        </p:pic>
        <p:pic>
          <p:nvPicPr>
            <p:cNvPr id="30" name="Picture 29" descr="A black and white logo&#10;&#10;Description automatically generated">
              <a:extLst>
                <a:ext uri="{FF2B5EF4-FFF2-40B4-BE49-F238E27FC236}">
                  <a16:creationId xmlns:a16="http://schemas.microsoft.com/office/drawing/2014/main" id="{02BAE135-9C4A-F95B-9AF4-24E8193C8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3393" y="901697"/>
              <a:ext cx="1298061" cy="378893"/>
            </a:xfrm>
            <a:prstGeom prst="rect">
              <a:avLst/>
            </a:prstGeom>
          </p:spPr>
        </p:pic>
      </p:grpSp>
      <p:pic>
        <p:nvPicPr>
          <p:cNvPr id="33" name="Picture 32" descr="A close-up of a logo&#10;&#10;Description automatically generated">
            <a:extLst>
              <a:ext uri="{FF2B5EF4-FFF2-40B4-BE49-F238E27FC236}">
                <a16:creationId xmlns:a16="http://schemas.microsoft.com/office/drawing/2014/main" id="{F47E8E32-9F2A-AE61-929A-4B21EB66C7FE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523" y="1309388"/>
            <a:ext cx="1349407" cy="337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A2180F-697E-9FD9-3229-313A3C11F61E}"/>
              </a:ext>
            </a:extLst>
          </p:cNvPr>
          <p:cNvSpPr txBox="1"/>
          <p:nvPr/>
        </p:nvSpPr>
        <p:spPr>
          <a:xfrm>
            <a:off x="3405930" y="5432062"/>
            <a:ext cx="5206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Adib Allahham and Mohamed Abuella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5DB5E2-94B5-2A39-9685-3EA3768DB073}"/>
              </a:ext>
            </a:extLst>
          </p:cNvPr>
          <p:cNvSpPr txBox="1"/>
          <p:nvPr/>
        </p:nvSpPr>
        <p:spPr>
          <a:xfrm>
            <a:off x="1393324" y="5969410"/>
            <a:ext cx="9689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Northumbria University – School of Engineering, Physics and Mathematics</a:t>
            </a:r>
          </a:p>
        </p:txBody>
      </p:sp>
    </p:spTree>
    <p:extLst>
      <p:ext uri="{BB962C8B-B14F-4D97-AF65-F5344CB8AC3E}">
        <p14:creationId xmlns:p14="http://schemas.microsoft.com/office/powerpoint/2010/main" val="412035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91C71-8E85-E9BA-AE44-952FCBC9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941085-E505-DAF1-BA64-EB16164BC74B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2D2D7C"/>
                </a:solidFill>
                <a:latin typeface="Plus Jakarta Sans" pitchFamily="2" charset="0"/>
                <a:ea typeface="+mj-ea"/>
              </a:rPr>
              <a:t>Outlines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9B00A4-98C3-4B33-D3C5-4235DA6B143F}"/>
              </a:ext>
            </a:extLst>
          </p:cNvPr>
          <p:cNvSpPr txBox="1"/>
          <p:nvPr/>
        </p:nvSpPr>
        <p:spPr>
          <a:xfrm>
            <a:off x="775853" y="1754855"/>
            <a:ext cx="10640293" cy="3348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GB" sz="2400" b="1" dirty="0"/>
              <a:t>PART 1: Context and Motivation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GB" sz="2400" b="1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PART 2: Case Study 1 - North of Tyne Cournot Game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GB" sz="2400" b="1" kern="0" dirty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PART 3: Case Study 2 - Competitive vs. Cooperative Comparison for GB National Investment Planning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GB" sz="2400" b="1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PART 4: Case Study 3 - From cooperative market design to targeted policy instruments: CO₂ pricing and Contracts for Difference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GB" sz="2400" b="1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PART 5: Conclusions and Policy Insights </a:t>
            </a:r>
          </a:p>
        </p:txBody>
      </p:sp>
    </p:spTree>
    <p:extLst>
      <p:ext uri="{BB962C8B-B14F-4D97-AF65-F5344CB8AC3E}">
        <p14:creationId xmlns:p14="http://schemas.microsoft.com/office/powerpoint/2010/main" val="220386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02AD-4452-E69C-AB7A-7249EB913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331C2A-EC7D-0A4D-2127-D75FC9C96069}"/>
              </a:ext>
            </a:extLst>
          </p:cNvPr>
          <p:cNvSpPr txBox="1"/>
          <p:nvPr/>
        </p:nvSpPr>
        <p:spPr>
          <a:xfrm>
            <a:off x="1574562" y="2664067"/>
            <a:ext cx="9136611" cy="89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r>
              <a:rPr lang="en-GB" sz="4800" b="1" dirty="0">
                <a:solidFill>
                  <a:schemeClr val="accent1">
                    <a:lumMod val="75000"/>
                  </a:schemeClr>
                </a:solidFill>
              </a:rPr>
              <a:t>Context and Motivation</a:t>
            </a:r>
          </a:p>
        </p:txBody>
      </p:sp>
    </p:spTree>
    <p:extLst>
      <p:ext uri="{BB962C8B-B14F-4D97-AF65-F5344CB8AC3E}">
        <p14:creationId xmlns:p14="http://schemas.microsoft.com/office/powerpoint/2010/main" val="232176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62D2-4EEB-D925-2554-D0E770D0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BC6EB6-5277-516D-A63D-1547D1448374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Why does Planning Approach Matter?  </a:t>
            </a:r>
            <a:endParaRPr lang="en-GB" sz="3200" b="1" dirty="0">
              <a:solidFill>
                <a:schemeClr val="accent1">
                  <a:lumMod val="75000"/>
                </a:schemeClr>
              </a:solidFill>
              <a:latin typeface="Plus Jakarta Sans" pitchFamily="2" charset="0"/>
              <a:ea typeface="+mj-ea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9174FDFA-69EE-CF4D-AEE2-9DDCD1160F9C}"/>
              </a:ext>
            </a:extLst>
          </p:cNvPr>
          <p:cNvSpPr/>
          <p:nvPr/>
        </p:nvSpPr>
        <p:spPr>
          <a:xfrm>
            <a:off x="370165" y="1164480"/>
            <a:ext cx="11326765" cy="496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483FCE1-0E5E-BFEC-D865-D708F3204BF7}"/>
              </a:ext>
            </a:extLst>
          </p:cNvPr>
          <p:cNvSpPr/>
          <p:nvPr/>
        </p:nvSpPr>
        <p:spPr>
          <a:xfrm>
            <a:off x="370166" y="1197531"/>
            <a:ext cx="11326764" cy="477031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GB Net-Zero Challenge</a:t>
            </a:r>
            <a:endParaRPr lang="en-US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28BDA4-1738-5BC9-3C27-6C7110B84477}"/>
              </a:ext>
            </a:extLst>
          </p:cNvPr>
          <p:cNvSpPr txBox="1"/>
          <p:nvPr/>
        </p:nvSpPr>
        <p:spPr>
          <a:xfrm>
            <a:off x="495069" y="1707612"/>
            <a:ext cx="11201861" cy="4493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0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UK aims to cut emissions by 78% by 2035 and reach net-zero by 2050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0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The UK Hydrogen Strategy and National Grid’s Future Energy Scenarios (FES) identify hydrogen as a key enabler of this transition.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0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National Grid FES 2023: projects 100–150 TWh/year of hydrogen by 2050 (Leading the Way scenario) – 55–65% green hydrogen, 30–40% blue hydrogen, and 5–10% emerging ‘turquoise’ pathways</a:t>
            </a:r>
          </a:p>
          <a:p>
            <a:pPr marL="342900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operates a </a:t>
            </a:r>
            <a:r>
              <a:rPr lang="en-US" sz="2000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liberalised</a:t>
            </a:r>
            <a:r>
              <a:rPr lang="en-US" sz="20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energy market with independent investors</a:t>
            </a:r>
            <a:endParaRPr lang="en-GB" sz="2000" kern="0" dirty="0"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0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UK policy is promoting greater coordination of hydrogen infrastructure through new hydrogen business models and government-backed cluster programmes 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0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Track-1 / Track-2 CCS &amp; Hydrogen Cluster sequencing to support regional partnerships and investment </a:t>
            </a:r>
          </a:p>
          <a:p>
            <a:pPr lvl="1" algn="ctr">
              <a:lnSpc>
                <a:spcPct val="115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competition or coordination for hydrogen infrastructure?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106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98AB-0815-9B4C-A920-FABD20875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346C46-5431-5B97-2495-6A0BD9823FAD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Investment Planning Challenge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C47913-7967-D504-2AE7-849BBF2E5FEA}"/>
              </a:ext>
            </a:extLst>
          </p:cNvPr>
          <p:cNvSpPr txBox="1"/>
          <p:nvPr/>
        </p:nvSpPr>
        <p:spPr>
          <a:xfrm>
            <a:off x="78169" y="985820"/>
            <a:ext cx="4973782" cy="512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2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Traditional approach: Centralised optimisation (single planner minimises total costs)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2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Reality: Multiple independent investors making strategic decisions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2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Key tensions: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2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Competitive markets (generators, producers competing)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2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Coordination needs (circular dependencies: production ↔ demand ↔ infrastructure)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22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Uncertain demand trajectories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CC1DD-7078-10AC-F72D-7A9F41A9BCBA}"/>
              </a:ext>
            </a:extLst>
          </p:cNvPr>
          <p:cNvSpPr txBox="1"/>
          <p:nvPr/>
        </p:nvSpPr>
        <p:spPr>
          <a:xfrm>
            <a:off x="4668902" y="5301103"/>
            <a:ext cx="75508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While technical and economic factors matter, the fundamental challenge involves strategic interactions between actors with different goals.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AA1856-98E8-B0F6-8548-3DC91D875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888" y="1052512"/>
            <a:ext cx="6938186" cy="400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4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76C55-0D5F-8644-8289-D7FD6E7E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A1012E-5CED-A613-8D57-2A9DFC7958DD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Why Game Theory?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7C6A6B-46C1-8AA5-25B1-8904C1026991}"/>
              </a:ext>
            </a:extLst>
          </p:cNvPr>
          <p:cNvSpPr txBox="1"/>
          <p:nvPr/>
        </p:nvSpPr>
        <p:spPr>
          <a:xfrm>
            <a:off x="651161" y="1218481"/>
            <a:ext cx="11540839" cy="384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Game theory explicitly models strategic interactions</a:t>
            </a:r>
          </a:p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b="1" dirty="0"/>
              <a:t>Competitive games (Cournot)</a:t>
            </a:r>
            <a:r>
              <a:rPr lang="en-GB" sz="2400" dirty="0"/>
              <a:t>: Competitive market dynamics, Nash equilibrium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dirty="0"/>
              <a:t>Investors compete for profits and market share. 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dirty="0"/>
              <a:t>Each investor chooses how much capacity to build to maximise their own profit. 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dirty="0"/>
              <a:t>Investors make their choices simultaneously, understanding that total capacity will influence market prices and their profits.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dirty="0"/>
              <a:t>The Nash equilibrium is the point where no investor can increase their profit by changing their own decision.</a:t>
            </a:r>
          </a:p>
        </p:txBody>
      </p:sp>
    </p:spTree>
    <p:extLst>
      <p:ext uri="{BB962C8B-B14F-4D97-AF65-F5344CB8AC3E}">
        <p14:creationId xmlns:p14="http://schemas.microsoft.com/office/powerpoint/2010/main" val="406470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A267-3E39-B180-A07F-E06C7493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90A77B-E2D0-CF84-163B-3E6ADFE6F31F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Why Game Theory?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365F4B-889B-B079-31BE-6DF239103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479" y="1749335"/>
            <a:ext cx="8402223" cy="3696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AD7722-7B69-36E1-834A-1BAD4421E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569" y="5457583"/>
            <a:ext cx="6306430" cy="2667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1FCF27-645A-7035-3E4C-4F2F267DCF49}"/>
              </a:ext>
            </a:extLst>
          </p:cNvPr>
          <p:cNvSpPr txBox="1"/>
          <p:nvPr/>
        </p:nvSpPr>
        <p:spPr>
          <a:xfrm>
            <a:off x="3320716" y="824683"/>
            <a:ext cx="70023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FF0000"/>
                </a:solidFill>
              </a:rPr>
              <a:t>Competitive Investment Game</a:t>
            </a:r>
          </a:p>
          <a:p>
            <a:r>
              <a:rPr lang="en-GB" sz="2000" dirty="0"/>
              <a:t>Independent Investors in Liberalised Energy Market </a:t>
            </a:r>
          </a:p>
        </p:txBody>
      </p:sp>
    </p:spTree>
    <p:extLst>
      <p:ext uri="{BB962C8B-B14F-4D97-AF65-F5344CB8AC3E}">
        <p14:creationId xmlns:p14="http://schemas.microsoft.com/office/powerpoint/2010/main" val="325102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983BD-BB32-A9AC-2D79-AF767EB0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485E74-7684-F960-4971-49934A03D210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Why Game Theory?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11E82-3918-9EF5-1F89-342448FB226C}"/>
              </a:ext>
            </a:extLst>
          </p:cNvPr>
          <p:cNvSpPr txBox="1"/>
          <p:nvPr/>
        </p:nvSpPr>
        <p:spPr>
          <a:xfrm>
            <a:off x="651161" y="1218481"/>
            <a:ext cx="11540839" cy="2846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b="1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Cooperative games (Shapley value)</a:t>
            </a:r>
            <a:r>
              <a:rPr lang="en-GB" sz="24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: Coordinated planning, fair benefit-sharing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dirty="0"/>
              <a:t>Investors cooperate and share the profit/benefit. 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Shapley value-based planning is used to model what happens if investors coordinate and share benefits fairly. </a:t>
            </a:r>
            <a:endParaRPr lang="en-GB" sz="2400" kern="0" dirty="0"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Shapley value (Mathematical Method) splits costs and profits and ensures each investor gains from coordination.</a:t>
            </a:r>
          </a:p>
        </p:txBody>
      </p:sp>
    </p:spTree>
    <p:extLst>
      <p:ext uri="{BB962C8B-B14F-4D97-AF65-F5344CB8AC3E}">
        <p14:creationId xmlns:p14="http://schemas.microsoft.com/office/powerpoint/2010/main" val="222499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902C5-BAAD-4363-DD8B-50590CF19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E92004-735A-DFDA-7A1C-42D350ADE12A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Why Game Theory?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1683D-F06F-52A5-4685-DB5596A42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422" y="1545377"/>
            <a:ext cx="8345065" cy="45821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61D5AA-C072-9051-9D27-5A41DA2C6BA4}"/>
              </a:ext>
            </a:extLst>
          </p:cNvPr>
          <p:cNvSpPr txBox="1"/>
          <p:nvPr/>
        </p:nvSpPr>
        <p:spPr>
          <a:xfrm>
            <a:off x="2947737" y="745158"/>
            <a:ext cx="668955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FF0000"/>
                </a:solidFill>
              </a:rPr>
              <a:t>Coalition Formation and Shapley Value </a:t>
            </a:r>
          </a:p>
          <a:p>
            <a:pPr algn="ctr"/>
            <a:r>
              <a:rPr lang="en-GB" sz="2000" dirty="0"/>
              <a:t>Investment Planning in Energy Systems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A5CAB-6F8E-16DA-050D-8CAFD10BC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470" y="4859906"/>
            <a:ext cx="4284000" cy="67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39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A0F1-CDF0-E187-7E9E-B961021E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05CD1D-C44E-79C3-636C-7C8C59E4337C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Why Game Theory?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FA9D70-95DF-46C8-5FED-44F22C7115DA}"/>
              </a:ext>
            </a:extLst>
          </p:cNvPr>
          <p:cNvSpPr txBox="1"/>
          <p:nvPr/>
        </p:nvSpPr>
        <p:spPr>
          <a:xfrm>
            <a:off x="606364" y="4488154"/>
            <a:ext cx="11540839" cy="1418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b="1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Enables comparison: Which approach delivers better outcomes?</a:t>
            </a:r>
          </a:p>
          <a:p>
            <a:pPr marL="800100" lvl="1" indent="-342900">
              <a:lnSpc>
                <a:spcPct val="115000"/>
              </a:lnSpc>
              <a:spcBef>
                <a:spcPts val="600"/>
              </a:spcBef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2400" kern="0" dirty="0"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I</a:t>
            </a:r>
            <a:r>
              <a:rPr lang="en-GB" sz="2400" kern="0" dirty="0"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dentify which framework delivers the most cost-effective, lower emissions, and a fairer deal for each investor involved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6A2E4E-F0E8-E15E-E78B-321692A24F2C}"/>
              </a:ext>
            </a:extLst>
          </p:cNvPr>
          <p:cNvCxnSpPr/>
          <p:nvPr/>
        </p:nvCxnSpPr>
        <p:spPr>
          <a:xfrm>
            <a:off x="2923308" y="2570017"/>
            <a:ext cx="7200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532B2E-8FC2-5EE1-AE94-21A66A5A68BA}"/>
              </a:ext>
            </a:extLst>
          </p:cNvPr>
          <p:cNvCxnSpPr/>
          <p:nvPr/>
        </p:nvCxnSpPr>
        <p:spPr>
          <a:xfrm>
            <a:off x="7027947" y="1269129"/>
            <a:ext cx="0" cy="26739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03F9CE-1085-60E4-CF72-00E376D38031}"/>
              </a:ext>
            </a:extLst>
          </p:cNvPr>
          <p:cNvSpPr txBox="1"/>
          <p:nvPr/>
        </p:nvSpPr>
        <p:spPr>
          <a:xfrm>
            <a:off x="3584637" y="807464"/>
            <a:ext cx="223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Competitive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3D3FC-7C4C-5681-CD27-01AE0C14A23F}"/>
              </a:ext>
            </a:extLst>
          </p:cNvPr>
          <p:cNvSpPr txBox="1"/>
          <p:nvPr/>
        </p:nvSpPr>
        <p:spPr>
          <a:xfrm>
            <a:off x="8098437" y="889907"/>
            <a:ext cx="223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Cooperative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743BB-830B-68B1-6B64-A94906DA9743}"/>
              </a:ext>
            </a:extLst>
          </p:cNvPr>
          <p:cNvSpPr txBox="1"/>
          <p:nvPr/>
        </p:nvSpPr>
        <p:spPr>
          <a:xfrm>
            <a:off x="-41548" y="1559494"/>
            <a:ext cx="24938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Decision-Making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038904-674F-C934-3817-61F78F2C4770}"/>
              </a:ext>
            </a:extLst>
          </p:cNvPr>
          <p:cNvSpPr txBox="1"/>
          <p:nvPr/>
        </p:nvSpPr>
        <p:spPr>
          <a:xfrm>
            <a:off x="7128622" y="1443265"/>
            <a:ext cx="4426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Joint planning &amp; coordination (What is best for us collectively?)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DB82C-3948-7E37-04BC-CBF3F7C7FF59}"/>
              </a:ext>
            </a:extLst>
          </p:cNvPr>
          <p:cNvSpPr txBox="1"/>
          <p:nvPr/>
        </p:nvSpPr>
        <p:spPr>
          <a:xfrm>
            <a:off x="2341421" y="1281403"/>
            <a:ext cx="4585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Independent profit maximisation (What is best for me as given others' actions?)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7868F-C715-5268-CD05-CDF25F8C99C8}"/>
              </a:ext>
            </a:extLst>
          </p:cNvPr>
          <p:cNvSpPr txBox="1"/>
          <p:nvPr/>
        </p:nvSpPr>
        <p:spPr>
          <a:xfrm>
            <a:off x="-385593" y="2831402"/>
            <a:ext cx="3602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Strategy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8B6AC-07AD-6F22-393A-496951A428C2}"/>
              </a:ext>
            </a:extLst>
          </p:cNvPr>
          <p:cNvSpPr txBox="1"/>
          <p:nvPr/>
        </p:nvSpPr>
        <p:spPr>
          <a:xfrm>
            <a:off x="2625909" y="2837075"/>
            <a:ext cx="36021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Multiple firms compete for market share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EDD841-9CAF-B856-A5DE-9DE595DCEDB3}"/>
              </a:ext>
            </a:extLst>
          </p:cNvPr>
          <p:cNvSpPr txBox="1"/>
          <p:nvPr/>
        </p:nvSpPr>
        <p:spPr>
          <a:xfrm>
            <a:off x="7412639" y="2865773"/>
            <a:ext cx="36021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/>
              <a:t>Coordinated infrastructure planning</a:t>
            </a:r>
          </a:p>
        </p:txBody>
      </p:sp>
    </p:spTree>
    <p:extLst>
      <p:ext uri="{BB962C8B-B14F-4D97-AF65-F5344CB8AC3E}">
        <p14:creationId xmlns:p14="http://schemas.microsoft.com/office/powerpoint/2010/main" val="420760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BF58-7546-ED81-2108-17D63B19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188882-D13F-63A4-33C2-4296D6743D9F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Case Studies Overview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E0738B-078F-92DF-7E34-7C0B4E89043C}"/>
              </a:ext>
            </a:extLst>
          </p:cNvPr>
          <p:cNvSpPr/>
          <p:nvPr/>
        </p:nvSpPr>
        <p:spPr>
          <a:xfrm>
            <a:off x="1331205" y="1462907"/>
            <a:ext cx="2618509" cy="4092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 u="sng" dirty="0"/>
              <a:t>Case Study 1: </a:t>
            </a:r>
          </a:p>
          <a:p>
            <a:pPr algn="ctr"/>
            <a:r>
              <a:rPr lang="en-GB" sz="2600" dirty="0"/>
              <a:t>North of Tyne Region - Cournot Game (regional scale, multi-sector)</a:t>
            </a:r>
          </a:p>
          <a:p>
            <a:pPr algn="ctr"/>
            <a:endParaRPr lang="en-GB" sz="2600" dirty="0"/>
          </a:p>
          <a:p>
            <a:pPr algn="ctr"/>
            <a:endParaRPr lang="en-GB" sz="26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71C23E-475F-1728-11B3-44B7D066517D}"/>
              </a:ext>
            </a:extLst>
          </p:cNvPr>
          <p:cNvSpPr/>
          <p:nvPr/>
        </p:nvSpPr>
        <p:spPr>
          <a:xfrm>
            <a:off x="4968022" y="1559889"/>
            <a:ext cx="2618509" cy="39950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 u="sng" dirty="0"/>
              <a:t>Case Study 2: </a:t>
            </a:r>
            <a:r>
              <a:rPr lang="en-GB" sz="2600" dirty="0"/>
              <a:t>GB Comparative Analysis - Cournot vs. Shapley value (which framework works better?)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29F31C-F255-19E9-763C-2237EE3064AA}"/>
              </a:ext>
            </a:extLst>
          </p:cNvPr>
          <p:cNvSpPr/>
          <p:nvPr/>
        </p:nvSpPr>
        <p:spPr>
          <a:xfrm>
            <a:off x="8251550" y="1559888"/>
            <a:ext cx="2722419" cy="4092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u="sng" dirty="0"/>
          </a:p>
          <a:p>
            <a:pPr algn="ctr"/>
            <a:r>
              <a:rPr lang="en-GB" sz="2600" u="sng" dirty="0"/>
              <a:t>Case Study 3: </a:t>
            </a:r>
          </a:p>
          <a:p>
            <a:pPr algn="ctr"/>
            <a:r>
              <a:rPr lang="en-GB" sz="2600" dirty="0"/>
              <a:t>From cooperative market design to targeted policy instruments: CO₂ pricing and Contracts for Difference</a:t>
            </a:r>
          </a:p>
          <a:p>
            <a:pPr algn="ctr"/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530693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05F6-F42B-5449-C740-065DEEC4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BF6CC2-64A8-3DA0-934C-0E1882DCA60D}"/>
              </a:ext>
            </a:extLst>
          </p:cNvPr>
          <p:cNvSpPr txBox="1"/>
          <p:nvPr/>
        </p:nvSpPr>
        <p:spPr>
          <a:xfrm>
            <a:off x="7065818" y="2198095"/>
            <a:ext cx="3963674" cy="2174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r>
              <a:rPr lang="en-GB" sz="4000" b="1" dirty="0">
                <a:solidFill>
                  <a:schemeClr val="accent1">
                    <a:lumMod val="75000"/>
                  </a:schemeClr>
                </a:solidFill>
              </a:rPr>
              <a:t>Case Study 1 - North of Tyne Cournot Game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C2A0D-E994-6024-8F93-A86E22A6F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708" y="789844"/>
            <a:ext cx="4933492" cy="566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29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E3753-7893-6DA1-E586-64B44DCE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3A51C4-5466-F525-CA33-3D193A1ACC1A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North of Tyne Regional Context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C7CD29-5A73-6B44-B87F-AC2202877C5B}"/>
              </a:ext>
            </a:extLst>
          </p:cNvPr>
          <p:cNvSpPr txBox="1"/>
          <p:nvPr/>
        </p:nvSpPr>
        <p:spPr>
          <a:xfrm>
            <a:off x="540325" y="1046646"/>
            <a:ext cx="80633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Study Overview:</a:t>
            </a: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Objective:</a:t>
            </a:r>
            <a:r>
              <a:rPr lang="en-GB" sz="2400" dirty="0"/>
              <a:t> How do competing investors in a liberalised energy market make decisions about generation and storage technologies when constrained by policy scenarios and existing infrastructure?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Model:</a:t>
            </a:r>
            <a:r>
              <a:rPr lang="en-GB" sz="2400" dirty="0"/>
              <a:t> Nash-Cournot game theory with policy constraints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b="1" dirty="0"/>
              <a:t>Time Horizon:</a:t>
            </a:r>
            <a:r>
              <a:rPr lang="en-GB" sz="2400" dirty="0"/>
              <a:t> 2022-2050 (5-year intervals)</a:t>
            </a:r>
          </a:p>
        </p:txBody>
      </p:sp>
      <p:pic>
        <p:nvPicPr>
          <p:cNvPr id="2" name="Picture 1" descr="A map of england with a red location&#10;&#10;Description automatically generated">
            <a:extLst>
              <a:ext uri="{FF2B5EF4-FFF2-40B4-BE49-F238E27FC236}">
                <a16:creationId xmlns:a16="http://schemas.microsoft.com/office/drawing/2014/main" id="{1493718E-F012-7F32-4190-D7543682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675" y="1046646"/>
            <a:ext cx="2664000" cy="27844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A409C2-82E0-A39B-D29C-B934DD52B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3831099"/>
            <a:ext cx="3728986" cy="260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84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9C76A-7398-81D9-DAE9-7908E533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934055-5168-CAB0-B6CC-A5ED7B7F22E3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Nash-Cournot game theory with policy constraints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56173-0C70-9FA1-962E-28DE5E93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359" y="928935"/>
            <a:ext cx="8962492" cy="51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30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62532-B09E-BCCF-A75D-0CF4B123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F09753-0412-A227-1463-4C9304B73D32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Model Framework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283ACF-DB1D-6F6F-4F1F-3DEC377DE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12651"/>
            <a:ext cx="5184000" cy="59921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51E1BC-4271-C5D9-3861-F55F080FFEC3}"/>
              </a:ext>
            </a:extLst>
          </p:cNvPr>
          <p:cNvSpPr txBox="1"/>
          <p:nvPr/>
        </p:nvSpPr>
        <p:spPr>
          <a:xfrm>
            <a:off x="401782" y="997813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Bi-Level Optimisation Structure</a:t>
            </a:r>
          </a:p>
          <a:p>
            <a:pPr>
              <a:buNone/>
            </a:pPr>
            <a:r>
              <a:rPr lang="en-GB" b="1" dirty="0"/>
              <a:t>Investment Model (Annual):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30 market players competing (Nash-Cournot game)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Objective</a:t>
            </a:r>
            <a:r>
              <a:rPr lang="en-GB" dirty="0"/>
              <a:t>: Maximise Net Present Value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Constraint:</a:t>
            </a:r>
            <a:r>
              <a:rPr lang="en-GB" dirty="0"/>
              <a:t> Investment ≤ </a:t>
            </a:r>
            <a:r>
              <a:rPr lang="en-GB" dirty="0" err="1"/>
              <a:t>iMAX</a:t>
            </a:r>
            <a:r>
              <a:rPr lang="en-GB" dirty="0"/>
              <a:t> (from FES scenarios)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Solver</a:t>
            </a:r>
            <a:r>
              <a:rPr lang="en-GB" dirty="0"/>
              <a:t>: Complementarity problem (PATH algorithm)</a:t>
            </a:r>
          </a:p>
          <a:p>
            <a:pPr>
              <a:buNone/>
            </a:pPr>
            <a:r>
              <a:rPr lang="en-GB" b="1" dirty="0"/>
              <a:t>Operational Model (8760 hours):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Optimal power, gas, hydrogen flow (OPGHF)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Validates investment feasibility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Cost feedback: Iterate until convergence</a:t>
            </a:r>
          </a:p>
          <a:p>
            <a:pPr>
              <a:buNone/>
            </a:pPr>
            <a:r>
              <a:rPr lang="en-GB" b="1" dirty="0"/>
              <a:t>CCS Implementation: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Based on BEIS Case 1 (CCGT + Post-Combustion CCS)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90.8% capture rate → 0.0343 </a:t>
            </a:r>
            <a:r>
              <a:rPr lang="en-GB" dirty="0" err="1"/>
              <a:t>tCO</a:t>
            </a:r>
            <a:r>
              <a:rPr lang="en-GB" dirty="0"/>
              <a:t>₂/MWh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Parameters updated by year (2022: 0.488 → 2050: 0.0343)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Represents technology deployment trajectory</a:t>
            </a:r>
          </a:p>
          <a:p>
            <a:pPr>
              <a:buNone/>
            </a:pPr>
            <a:r>
              <a:rPr lang="en-GB" b="1" dirty="0"/>
              <a:t>Key Parameters: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Electricity: £250/MWh | Carbon: £143-163/tonne (2050)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Discount: 5% </a:t>
            </a:r>
          </a:p>
        </p:txBody>
      </p:sp>
    </p:spTree>
    <p:extLst>
      <p:ext uri="{BB962C8B-B14F-4D97-AF65-F5344CB8AC3E}">
        <p14:creationId xmlns:p14="http://schemas.microsoft.com/office/powerpoint/2010/main" val="4114172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0C83A-EBEF-4B96-D042-91361D81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4C3132-A5CC-87CF-0658-33E7613949A7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Data procession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6D326-C01C-FF18-AE12-FA12FB597ACA}"/>
              </a:ext>
            </a:extLst>
          </p:cNvPr>
          <p:cNvSpPr txBox="1"/>
          <p:nvPr/>
        </p:nvSpPr>
        <p:spPr>
          <a:xfrm>
            <a:off x="508000" y="1007973"/>
            <a:ext cx="4978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Regional Scaling Approach (</a:t>
            </a:r>
            <a:r>
              <a:rPr lang="en-GB" sz="2000" b="1" dirty="0" err="1"/>
              <a:t>NoT</a:t>
            </a:r>
            <a:r>
              <a:rPr lang="en-GB" sz="2000" b="1" dirty="0"/>
              <a:t> Region)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National FES data scaled to represent </a:t>
            </a:r>
            <a:r>
              <a:rPr lang="en-GB" sz="2000" dirty="0" err="1"/>
              <a:t>NoT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Assumption: regional trends follow national trajectory</a:t>
            </a:r>
          </a:p>
          <a:p>
            <a:pPr>
              <a:buNone/>
            </a:pPr>
            <a:r>
              <a:rPr lang="en-GB" sz="2000" b="1" dirty="0"/>
              <a:t>Electricity Demand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2020 demand used as base year (scale =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Peak demand identified for each scenario to 2050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Demand growth applied proportionally (e.g., +20% → ×1.2)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Growth factors applied to short-term operational load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Daily load profiles modified to reflect:</a:t>
            </a:r>
          </a:p>
          <a:p>
            <a:r>
              <a:rPr lang="en-GB" sz="2000" dirty="0"/>
              <a:t>	- Electrification</a:t>
            </a:r>
          </a:p>
          <a:p>
            <a:r>
              <a:rPr lang="en-GB" sz="2000" dirty="0"/>
              <a:t>	- Heat pump penetration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AA44F-7E6B-B3BE-A521-8883F6CFD458}"/>
              </a:ext>
            </a:extLst>
          </p:cNvPr>
          <p:cNvSpPr txBox="1"/>
          <p:nvPr/>
        </p:nvSpPr>
        <p:spPr>
          <a:xfrm>
            <a:off x="6040120" y="1007973"/>
            <a:ext cx="58343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Installed Capacity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Considered: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Total installed capacity in </a:t>
            </a:r>
            <a:r>
              <a:rPr lang="en-GB" sz="2000" dirty="0" err="1"/>
              <a:t>NoT</a:t>
            </a:r>
            <a:endParaRPr lang="en-GB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Technology-specific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National technology growth trends calculated per FES scenario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Total </a:t>
            </a:r>
            <a:r>
              <a:rPr lang="en-GB" sz="2000" dirty="0" err="1"/>
              <a:t>NoT</a:t>
            </a:r>
            <a:r>
              <a:rPr lang="en-GB" sz="2000" dirty="0"/>
              <a:t> target capacity aligned with national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Consideration of plant decommissioning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Interpolation applied for intermediate years (e.g., 2030, 2040, 2050)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Same methodology applied to gas demand and gas capacity</a:t>
            </a:r>
          </a:p>
        </p:txBody>
      </p:sp>
    </p:spTree>
    <p:extLst>
      <p:ext uri="{BB962C8B-B14F-4D97-AF65-F5344CB8AC3E}">
        <p14:creationId xmlns:p14="http://schemas.microsoft.com/office/powerpoint/2010/main" val="2788701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0939-942E-0D54-C31A-6241C264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92D0BB-EFE4-C090-8EB7-8C95B9EC6E45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Technologies in the Model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78B9B8-1D97-65A2-9AF0-4CF500222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5444"/>
              </p:ext>
            </p:extLst>
          </p:nvPr>
        </p:nvGraphicFramePr>
        <p:xfrm>
          <a:off x="1683429" y="1102324"/>
          <a:ext cx="9261661" cy="4542848"/>
        </p:xfrm>
        <a:graphic>
          <a:graphicData uri="http://schemas.openxmlformats.org/drawingml/2006/table">
            <a:tbl>
              <a:tblPr/>
              <a:tblGrid>
                <a:gridCol w="2076588">
                  <a:extLst>
                    <a:ext uri="{9D8B030D-6E8A-4147-A177-3AD203B41FA5}">
                      <a16:colId xmlns:a16="http://schemas.microsoft.com/office/drawing/2014/main" val="2787634088"/>
                    </a:ext>
                  </a:extLst>
                </a:gridCol>
                <a:gridCol w="955309">
                  <a:extLst>
                    <a:ext uri="{9D8B030D-6E8A-4147-A177-3AD203B41FA5}">
                      <a16:colId xmlns:a16="http://schemas.microsoft.com/office/drawing/2014/main" val="3885232097"/>
                    </a:ext>
                  </a:extLst>
                </a:gridCol>
                <a:gridCol w="2076588">
                  <a:extLst>
                    <a:ext uri="{9D8B030D-6E8A-4147-A177-3AD203B41FA5}">
                      <a16:colId xmlns:a16="http://schemas.microsoft.com/office/drawing/2014/main" val="3896845131"/>
                    </a:ext>
                  </a:extLst>
                </a:gridCol>
                <a:gridCol w="2076588">
                  <a:extLst>
                    <a:ext uri="{9D8B030D-6E8A-4147-A177-3AD203B41FA5}">
                      <a16:colId xmlns:a16="http://schemas.microsoft.com/office/drawing/2014/main" val="1768148446"/>
                    </a:ext>
                  </a:extLst>
                </a:gridCol>
                <a:gridCol w="2076588">
                  <a:extLst>
                    <a:ext uri="{9D8B030D-6E8A-4147-A177-3AD203B41FA5}">
                      <a16:colId xmlns:a16="http://schemas.microsoft.com/office/drawing/2014/main" val="85399016"/>
                    </a:ext>
                  </a:extLst>
                </a:gridCol>
              </a:tblGrid>
              <a:tr h="507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Technology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Players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2022 Capacity (MW)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2050 LCOE (£/MWh)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Emissions 2022/2050 (</a:t>
                      </a:r>
                      <a:r>
                        <a:rPr lang="en-GB" sz="2000" b="1" dirty="0" err="1"/>
                        <a:t>tCO</a:t>
                      </a:r>
                      <a:r>
                        <a:rPr lang="en-GB" sz="2000" b="1" dirty="0"/>
                        <a:t>₂/MWh)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799005"/>
                  </a:ext>
                </a:extLst>
              </a:tr>
              <a:tr h="507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Gas Turbine</a:t>
                      </a:r>
                      <a:endParaRPr lang="en-GB" sz="2000"/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10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2,651</a:t>
                      </a:r>
                      <a:endParaRPr lang="en-GB" sz="2000" dirty="0"/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81 → ~66*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0.488 → 0.0343 (with CCS)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43362"/>
                  </a:ext>
                </a:extLst>
              </a:tr>
              <a:tr h="290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Wind</a:t>
                      </a:r>
                      <a:endParaRPr lang="en-GB" sz="2000"/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4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53</a:t>
                      </a:r>
                      <a:endParaRPr lang="en-GB" sz="2000"/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39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0 → 0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87674"/>
                  </a:ext>
                </a:extLst>
              </a:tr>
              <a:tr h="290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Solar</a:t>
                      </a:r>
                      <a:endParaRPr lang="en-GB" sz="2000"/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3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8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32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0 → 0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074502"/>
                  </a:ext>
                </a:extLst>
              </a:tr>
              <a:tr h="507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Biomass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4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16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192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0.786 → ~0.079 (with CCS)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284559"/>
                  </a:ext>
                </a:extLst>
              </a:tr>
              <a:tr h="507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CHP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5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140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136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0.488 → 0.0343 (with CCS)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884134"/>
                  </a:ext>
                </a:extLst>
              </a:tr>
              <a:tr h="290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Electrolyser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1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0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42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0 → 0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20534"/>
                  </a:ext>
                </a:extLst>
              </a:tr>
              <a:tr h="290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Fuel Cell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1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0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42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0 → 0</a:t>
                      </a:r>
                    </a:p>
                  </a:txBody>
                  <a:tcPr marL="72556" marR="72556" marT="36278" marB="3627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25061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14F1B15-A124-2BE7-9C02-53CC5102D437}"/>
              </a:ext>
            </a:extLst>
          </p:cNvPr>
          <p:cNvSpPr txBox="1"/>
          <p:nvPr/>
        </p:nvSpPr>
        <p:spPr>
          <a:xfrm>
            <a:off x="1745953" y="5734339"/>
            <a:ext cx="9136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*BEIS "Assessing Cost Reduction Potential of UK Carbon Capture Technology" (2018), Case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3D563-1923-B278-843F-950AF96EA203}"/>
              </a:ext>
            </a:extLst>
          </p:cNvPr>
          <p:cNvSpPr txBox="1"/>
          <p:nvPr/>
        </p:nvSpPr>
        <p:spPr>
          <a:xfrm>
            <a:off x="2327563" y="6199237"/>
            <a:ext cx="72459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200" b="1" dirty="0">
                <a:solidFill>
                  <a:srgbClr val="FF0000"/>
                </a:solidFill>
              </a:rPr>
              <a:t>Initial Capacity Comparison: Ratio: 50:1 (Gas to Wind)</a:t>
            </a:r>
            <a:endParaRPr lang="en-GB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049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F1F2C-7AAF-D509-D6CE-F6859DB2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CCC6B2-85E9-EC49-0CD2-841F12EE8873}"/>
              </a:ext>
            </a:extLst>
          </p:cNvPr>
          <p:cNvSpPr txBox="1"/>
          <p:nvPr/>
        </p:nvSpPr>
        <p:spPr>
          <a:xfrm>
            <a:off x="1808479" y="227876"/>
            <a:ext cx="99401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System Transformation Scenario – Hydrogen Intensive Pathway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E8784-BF08-DC03-5648-F74094466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82" y="1461813"/>
            <a:ext cx="5496692" cy="3934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D0E4C4-0EA4-5761-D4EE-C27FB8B64F08}"/>
              </a:ext>
            </a:extLst>
          </p:cNvPr>
          <p:cNvSpPr txBox="1"/>
          <p:nvPr/>
        </p:nvSpPr>
        <p:spPr>
          <a:xfrm>
            <a:off x="6096000" y="1198577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2050 Generation Mix: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Gas with CCS (90% capture): </a:t>
            </a:r>
            <a:r>
              <a:rPr lang="en-GB" b="1" dirty="0"/>
              <a:t>34.6%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Hydrogen VCS: </a:t>
            </a:r>
            <a:r>
              <a:rPr lang="en-GB" b="1" dirty="0"/>
              <a:t>48%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Wind: </a:t>
            </a:r>
            <a:r>
              <a:rPr lang="en-GB" b="1" dirty="0"/>
              <a:t>10%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Other (BECCS, CHP+CCS, Solar): </a:t>
            </a:r>
            <a:r>
              <a:rPr lang="en-GB" b="1" dirty="0"/>
              <a:t>7.4%</a:t>
            </a:r>
            <a:endParaRPr lang="en-GB" dirty="0"/>
          </a:p>
          <a:p>
            <a:pPr>
              <a:buNone/>
            </a:pPr>
            <a:r>
              <a:rPr lang="en-GB" b="1" dirty="0"/>
              <a:t>Achievement: 88% Emission Reduction</a:t>
            </a:r>
            <a:endParaRPr lang="en-GB" dirty="0"/>
          </a:p>
          <a:p>
            <a:pPr>
              <a:buNone/>
            </a:pPr>
            <a:r>
              <a:rPr lang="en-GB" b="1" dirty="0"/>
              <a:t>Carbon Price Impact: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ST: £142.94/tonne → Aggressive CCS deployment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Gas carbon cost: £4.90/MWh (0.0343 × 143)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Unabated cost would be: £70/MWh (0.488 × 143)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CCS saves £65/MWh in carbon costs</a:t>
            </a:r>
            <a:endParaRPr lang="en-GB" dirty="0"/>
          </a:p>
          <a:p>
            <a:pPr>
              <a:buNone/>
            </a:pPr>
            <a:r>
              <a:rPr lang="en-GB" b="1" dirty="0"/>
              <a:t>Investment Timeline: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2022-2030: CCS deployment begins, H₂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2030-2040: CCS accelerates, H₂ stagnates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2040-2050: Explosive H₂ growth, mature CCS</a:t>
            </a:r>
          </a:p>
          <a:p>
            <a:pPr>
              <a:buNone/>
            </a:pPr>
            <a:r>
              <a:rPr lang="en-GB" b="1" dirty="0"/>
              <a:t>Key Insight:</a:t>
            </a:r>
            <a:r>
              <a:rPr lang="en-GB" dirty="0"/>
              <a:t> Both CCS (34.6% gas) AND hydrogen (48%) are essential for 88% reduction</a:t>
            </a:r>
          </a:p>
        </p:txBody>
      </p:sp>
    </p:spTree>
    <p:extLst>
      <p:ext uri="{BB962C8B-B14F-4D97-AF65-F5344CB8AC3E}">
        <p14:creationId xmlns:p14="http://schemas.microsoft.com/office/powerpoint/2010/main" val="798178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8D79-0135-C9FE-94B5-F00A3F68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E0A708-6BFF-4F76-33CA-04EEA0FE7D4A}"/>
              </a:ext>
            </a:extLst>
          </p:cNvPr>
          <p:cNvSpPr txBox="1"/>
          <p:nvPr/>
        </p:nvSpPr>
        <p:spPr>
          <a:xfrm>
            <a:off x="1808479" y="227876"/>
            <a:ext cx="99401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Leading the Way Scenario – Electrification + Hydrogen Pathway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396ED-3A26-467E-F441-0B6F0ABDA9CE}"/>
              </a:ext>
            </a:extLst>
          </p:cNvPr>
          <p:cNvSpPr txBox="1"/>
          <p:nvPr/>
        </p:nvSpPr>
        <p:spPr>
          <a:xfrm>
            <a:off x="6622474" y="1392543"/>
            <a:ext cx="51141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2050 Generation Mix: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Gas with CCS (90% capture): </a:t>
            </a:r>
            <a:r>
              <a:rPr lang="en-GB" b="1" dirty="0"/>
              <a:t>53%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Hydrogen VCS: </a:t>
            </a:r>
            <a:r>
              <a:rPr lang="en-GB" b="1" dirty="0"/>
              <a:t>38.5%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Wind: </a:t>
            </a:r>
            <a:r>
              <a:rPr lang="en-GB" b="1" dirty="0"/>
              <a:t>5%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Other (CHP+CCS, Solar): </a:t>
            </a:r>
            <a:r>
              <a:rPr lang="en-GB" b="1" dirty="0"/>
              <a:t>3.5%</a:t>
            </a:r>
            <a:endParaRPr lang="en-GB" dirty="0"/>
          </a:p>
          <a:p>
            <a:r>
              <a:rPr lang="en-GB" b="1" dirty="0"/>
              <a:t>Achievement: 88% Emission Reduction</a:t>
            </a:r>
            <a:r>
              <a:rPr lang="en-GB" dirty="0"/>
              <a:t> (same as ST)</a:t>
            </a:r>
          </a:p>
          <a:p>
            <a:r>
              <a:rPr lang="en-GB" b="1" dirty="0"/>
              <a:t>Different Balance: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Higher </a:t>
            </a:r>
            <a:r>
              <a:rPr lang="en-GB" dirty="0" err="1"/>
              <a:t>gas+CCS</a:t>
            </a:r>
            <a:r>
              <a:rPr lang="en-GB" dirty="0"/>
              <a:t> (53% vs. 34.6%)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Lower hydrogen (38.5% vs. 48%)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Lower wind (5% vs. 10%)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Higher carbon price: £162.62/tonne</a:t>
            </a:r>
          </a:p>
          <a:p>
            <a:r>
              <a:rPr lang="en-GB" b="1" dirty="0"/>
              <a:t>Paper Finding:</a:t>
            </a:r>
            <a:r>
              <a:rPr lang="en-GB" dirty="0"/>
              <a:t> </a:t>
            </a:r>
            <a:r>
              <a:rPr lang="en-GB" b="1" dirty="0"/>
              <a:t>Key Insight:</a:t>
            </a:r>
            <a:endParaRPr lang="en-GB" dirty="0"/>
          </a:p>
          <a:p>
            <a:r>
              <a:rPr lang="en-GB" dirty="0"/>
              <a:t>LW relies more on proven CCS technology</a:t>
            </a:r>
          </a:p>
          <a:p>
            <a:r>
              <a:rPr lang="en-GB" dirty="0"/>
              <a:t>ST relies more on emerging hydrogen technology</a:t>
            </a:r>
          </a:p>
          <a:p>
            <a:r>
              <a:rPr lang="en-GB" b="1" dirty="0"/>
              <a:t>Both valid pathways to 88% reduction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07B199-D727-03E7-C9E8-4752A9DC8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19" y="1466576"/>
            <a:ext cx="5534797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98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4827B-673C-3CD9-7175-1E2248C0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219E65-34DA-ECD9-F791-F90ECFDBDF8B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Return on Investment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45AB8-1AB6-71C9-1787-730CD47E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00" y="1052773"/>
            <a:ext cx="11376000" cy="24169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1EB434-ED73-E7E1-A431-CDD2F44C5D62}"/>
              </a:ext>
            </a:extLst>
          </p:cNvPr>
          <p:cNvSpPr txBox="1"/>
          <p:nvPr/>
        </p:nvSpPr>
        <p:spPr>
          <a:xfrm>
            <a:off x="408000" y="3667664"/>
            <a:ext cx="841802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/>
              <a:t>Key Observations: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dirty="0"/>
              <a:t>Wind shows the highest </a:t>
            </a:r>
            <a:r>
              <a:rPr lang="en-GB" sz="2000" dirty="0" err="1"/>
              <a:t>RoI</a:t>
            </a:r>
            <a:r>
              <a:rPr lang="en-GB" sz="2000" dirty="0"/>
              <a:t> by 2050 (31.32%)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dirty="0"/>
              <a:t>Wind </a:t>
            </a:r>
            <a:r>
              <a:rPr lang="en-GB" sz="2000" dirty="0" err="1"/>
              <a:t>RoI</a:t>
            </a:r>
            <a:r>
              <a:rPr lang="en-GB" sz="2000" dirty="0"/>
              <a:t> grows 134% (13.38% → 31.32%)</a:t>
            </a:r>
          </a:p>
          <a:p>
            <a:pPr marL="457200" indent="-457200">
              <a:buFont typeface="+mj-lt"/>
              <a:buAutoNum type="arabicParenR"/>
            </a:pPr>
            <a:r>
              <a:rPr lang="en-GB" sz="2000" dirty="0"/>
              <a:t>Gas-CCS receives the most investment despite lower </a:t>
            </a:r>
            <a:r>
              <a:rPr lang="en-GB" sz="2000" dirty="0" err="1"/>
              <a:t>RoI</a:t>
            </a:r>
            <a:endParaRPr lang="en-GB" sz="2000" dirty="0"/>
          </a:p>
          <a:p>
            <a:pPr marL="457200" indent="-457200">
              <a:buFont typeface="+mj-lt"/>
              <a:buAutoNum type="arabicParenR"/>
            </a:pPr>
            <a:r>
              <a:rPr lang="en-GB" sz="2000" dirty="0"/>
              <a:t>All technologies show positive NPV (economically viable).</a:t>
            </a:r>
          </a:p>
        </p:txBody>
      </p:sp>
    </p:spTree>
    <p:extLst>
      <p:ext uri="{BB962C8B-B14F-4D97-AF65-F5344CB8AC3E}">
        <p14:creationId xmlns:p14="http://schemas.microsoft.com/office/powerpoint/2010/main" val="1485952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69813-29DB-6F4B-952A-D6EE819F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F0C552-FB05-9E97-7B81-6792B335B853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Key Observations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C606B-CF88-D8B4-38FD-AF04BAAD8892}"/>
              </a:ext>
            </a:extLst>
          </p:cNvPr>
          <p:cNvSpPr txBox="1"/>
          <p:nvPr/>
        </p:nvSpPr>
        <p:spPr>
          <a:xfrm>
            <a:off x="725977" y="1356800"/>
            <a:ext cx="1075944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Multiple pathways (LW and ST) achieve the same emission target with different technology mixes.</a:t>
            </a:r>
          </a:p>
          <a:p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ST scenario policies are most suitable for decarbonisation by attracting investments in hydrogen production, storage, and conversion systems</a:t>
            </a:r>
          </a:p>
          <a:p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400" dirty="0"/>
              <a:t>If policy wants to shift that balance toward higher-</a:t>
            </a:r>
            <a:r>
              <a:rPr lang="en-GB" sz="2400" dirty="0" err="1"/>
              <a:t>RoI</a:t>
            </a:r>
            <a:r>
              <a:rPr lang="en-GB" sz="2400" dirty="0"/>
              <a:t> renewables, it needs to do more than rely on economics alone. It needs to address the infrastructure gap and, in future scenarios, potentially adjust the deployment limits.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63152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6E95-077A-F107-E215-C867CCD0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257086-9B86-0F36-F40B-7B93942E3463}"/>
              </a:ext>
            </a:extLst>
          </p:cNvPr>
          <p:cNvSpPr txBox="1"/>
          <p:nvPr/>
        </p:nvSpPr>
        <p:spPr>
          <a:xfrm>
            <a:off x="5680364" y="1626961"/>
            <a:ext cx="5967614" cy="3590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r>
              <a:rPr lang="en-GB" sz="4000" b="1" dirty="0">
                <a:solidFill>
                  <a:schemeClr val="accent1">
                    <a:lumMod val="75000"/>
                  </a:schemeClr>
                </a:solidFill>
              </a:rPr>
              <a:t>Case Study 2: Competitive vs. Cooperative Comparison for GB National Investment Planning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560794-5186-301E-3D95-24CDA21BD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73" y="845523"/>
            <a:ext cx="4514397" cy="515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23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E233B-1E88-AD11-DE1E-B6274981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>
            <a:extLst>
              <a:ext uri="{FF2B5EF4-FFF2-40B4-BE49-F238E27FC236}">
                <a16:creationId xmlns:a16="http://schemas.microsoft.com/office/drawing/2014/main" id="{26AFC474-AC93-5D6E-94A1-53FDE4C5E0EF}"/>
              </a:ext>
            </a:extLst>
          </p:cNvPr>
          <p:cNvSpPr/>
          <p:nvPr/>
        </p:nvSpPr>
        <p:spPr>
          <a:xfrm>
            <a:off x="2217019" y="322806"/>
            <a:ext cx="9261107" cy="126187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From Region to Nation: What Changes at GB Scale?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263F6D2E-697D-671C-7588-01A75C8501C1}"/>
              </a:ext>
            </a:extLst>
          </p:cNvPr>
          <p:cNvSpPr/>
          <p:nvPr/>
        </p:nvSpPr>
        <p:spPr>
          <a:xfrm>
            <a:off x="713874" y="1048911"/>
            <a:ext cx="7287928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Case Study 1 showed us what competition looks like at a regional level.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Now we scale up — and introduce cooperation as an alternative.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64D038-C0CB-55A6-C629-D29B27A7731A}"/>
              </a:ext>
            </a:extLst>
          </p:cNvPr>
          <p:cNvGrpSpPr/>
          <p:nvPr/>
        </p:nvGrpSpPr>
        <p:grpSpPr>
          <a:xfrm>
            <a:off x="1834656" y="1865333"/>
            <a:ext cx="8522688" cy="3772505"/>
            <a:chOff x="1793268" y="2351568"/>
            <a:chExt cx="8522688" cy="3772505"/>
          </a:xfrm>
        </p:grpSpPr>
        <p:sp>
          <p:nvSpPr>
            <p:cNvPr id="4" name="Shape 7">
              <a:extLst>
                <a:ext uri="{FF2B5EF4-FFF2-40B4-BE49-F238E27FC236}">
                  <a16:creationId xmlns:a16="http://schemas.microsoft.com/office/drawing/2014/main" id="{382B08D9-97D0-CFCC-9FFF-5767F51C47AB}"/>
                </a:ext>
              </a:extLst>
            </p:cNvPr>
            <p:cNvSpPr/>
            <p:nvPr/>
          </p:nvSpPr>
          <p:spPr>
            <a:xfrm>
              <a:off x="1912620" y="2377439"/>
              <a:ext cx="3520440" cy="3746634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2700">
              <a:solidFill>
                <a:srgbClr val="6B7F93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5" name="Shape 8">
              <a:extLst>
                <a:ext uri="{FF2B5EF4-FFF2-40B4-BE49-F238E27FC236}">
                  <a16:creationId xmlns:a16="http://schemas.microsoft.com/office/drawing/2014/main" id="{64CABBA7-5ECD-61DC-456D-5B53E507AD56}"/>
                </a:ext>
              </a:extLst>
            </p:cNvPr>
            <p:cNvSpPr/>
            <p:nvPr/>
          </p:nvSpPr>
          <p:spPr>
            <a:xfrm>
              <a:off x="1912140" y="2377440"/>
              <a:ext cx="3520440" cy="530352"/>
            </a:xfrm>
            <a:prstGeom prst="rect">
              <a:avLst/>
            </a:prstGeom>
            <a:solidFill>
              <a:srgbClr val="6B7F93"/>
            </a:solidFill>
            <a:ln w="12700">
              <a:solidFill>
                <a:srgbClr val="6B7F93"/>
              </a:solidFill>
              <a:prstDash val="soli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7" name="Text 9">
              <a:extLst>
                <a:ext uri="{FF2B5EF4-FFF2-40B4-BE49-F238E27FC236}">
                  <a16:creationId xmlns:a16="http://schemas.microsoft.com/office/drawing/2014/main" id="{C7FAEF3D-68E8-0D2C-9BAF-863FEF79F50F}"/>
                </a:ext>
              </a:extLst>
            </p:cNvPr>
            <p:cNvSpPr/>
            <p:nvPr/>
          </p:nvSpPr>
          <p:spPr>
            <a:xfrm>
              <a:off x="1793268" y="2376590"/>
              <a:ext cx="3520440" cy="4817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Case Study 1 — North of Tyne (Done)</a:t>
              </a:r>
              <a:endParaRPr lang="en-US" sz="1600" dirty="0"/>
            </a:p>
          </p:txBody>
        </p:sp>
        <p:sp>
          <p:nvSpPr>
            <p:cNvPr id="8" name="Text 10">
              <a:extLst>
                <a:ext uri="{FF2B5EF4-FFF2-40B4-BE49-F238E27FC236}">
                  <a16:creationId xmlns:a16="http://schemas.microsoft.com/office/drawing/2014/main" id="{6696BD09-B227-6AE6-76DE-C1391E0824D8}"/>
                </a:ext>
              </a:extLst>
            </p:cNvPr>
            <p:cNvSpPr/>
            <p:nvPr/>
          </p:nvSpPr>
          <p:spPr>
            <a:xfrm>
              <a:off x="2013204" y="3005975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6B7F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Scale:</a:t>
              </a:r>
              <a:endParaRPr lang="en-US" sz="16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C0F1E42B-76AD-68F5-49A5-9C08957BB1DF}"/>
                </a:ext>
              </a:extLst>
            </p:cNvPr>
            <p:cNvSpPr/>
            <p:nvPr/>
          </p:nvSpPr>
          <p:spPr>
            <a:xfrm>
              <a:off x="3009900" y="3005975"/>
              <a:ext cx="22860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Regional (North of Tyne)</a:t>
              </a:r>
              <a:endParaRPr lang="en-US" sz="1600" dirty="0"/>
            </a:p>
          </p:txBody>
        </p:sp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CCDD1635-341A-23A9-EED3-6B2EC4C1EB4C}"/>
                </a:ext>
              </a:extLst>
            </p:cNvPr>
            <p:cNvSpPr/>
            <p:nvPr/>
          </p:nvSpPr>
          <p:spPr>
            <a:xfrm>
              <a:off x="2013204" y="3271151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6B7F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Model:</a:t>
              </a:r>
              <a:endParaRPr lang="en-US" sz="1600" dirty="0"/>
            </a:p>
          </p:txBody>
        </p:sp>
        <p:sp>
          <p:nvSpPr>
            <p:cNvPr id="11" name="Text 13">
              <a:extLst>
                <a:ext uri="{FF2B5EF4-FFF2-40B4-BE49-F238E27FC236}">
                  <a16:creationId xmlns:a16="http://schemas.microsoft.com/office/drawing/2014/main" id="{EF2C1BDB-AC36-819F-C64C-700B0203E5ED}"/>
                </a:ext>
              </a:extLst>
            </p:cNvPr>
            <p:cNvSpPr/>
            <p:nvPr/>
          </p:nvSpPr>
          <p:spPr>
            <a:xfrm>
              <a:off x="3009900" y="3271151"/>
              <a:ext cx="22860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Nash–Cournot only</a:t>
              </a:r>
              <a:endParaRPr lang="en-US" sz="1600" dirty="0"/>
            </a:p>
          </p:txBody>
        </p:sp>
        <p:sp>
          <p:nvSpPr>
            <p:cNvPr id="12" name="Text 14">
              <a:extLst>
                <a:ext uri="{FF2B5EF4-FFF2-40B4-BE49-F238E27FC236}">
                  <a16:creationId xmlns:a16="http://schemas.microsoft.com/office/drawing/2014/main" id="{75C8E524-68B3-72B4-4D5E-F71CC2576C3D}"/>
                </a:ext>
              </a:extLst>
            </p:cNvPr>
            <p:cNvSpPr/>
            <p:nvPr/>
          </p:nvSpPr>
          <p:spPr>
            <a:xfrm>
              <a:off x="2013204" y="3536327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6B7F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Players:</a:t>
              </a:r>
              <a:endParaRPr lang="en-US" sz="1600" dirty="0"/>
            </a:p>
          </p:txBody>
        </p:sp>
        <p:sp>
          <p:nvSpPr>
            <p:cNvPr id="13" name="Text 15">
              <a:extLst>
                <a:ext uri="{FF2B5EF4-FFF2-40B4-BE49-F238E27FC236}">
                  <a16:creationId xmlns:a16="http://schemas.microsoft.com/office/drawing/2014/main" id="{26D0E2B2-6D24-0BAD-0C79-4C8CF9AA5343}"/>
                </a:ext>
              </a:extLst>
            </p:cNvPr>
            <p:cNvSpPr/>
            <p:nvPr/>
          </p:nvSpPr>
          <p:spPr>
            <a:xfrm>
              <a:off x="3009900" y="3536327"/>
              <a:ext cx="22860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 individual investors</a:t>
              </a:r>
              <a:endParaRPr lang="en-US" sz="1600" dirty="0"/>
            </a:p>
          </p:txBody>
        </p:sp>
        <p:sp>
          <p:nvSpPr>
            <p:cNvPr id="14" name="Text 16">
              <a:extLst>
                <a:ext uri="{FF2B5EF4-FFF2-40B4-BE49-F238E27FC236}">
                  <a16:creationId xmlns:a16="http://schemas.microsoft.com/office/drawing/2014/main" id="{B9EDBC9B-1D58-7378-2C60-C95575D65A2C}"/>
                </a:ext>
              </a:extLst>
            </p:cNvPr>
            <p:cNvSpPr/>
            <p:nvPr/>
          </p:nvSpPr>
          <p:spPr>
            <a:xfrm>
              <a:off x="2013204" y="3801503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6B7F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Horizon:</a:t>
              </a:r>
              <a:endParaRPr lang="en-US" sz="1600" dirty="0"/>
            </a:p>
          </p:txBody>
        </p:sp>
        <p:sp>
          <p:nvSpPr>
            <p:cNvPr id="15" name="Text 17">
              <a:extLst>
                <a:ext uri="{FF2B5EF4-FFF2-40B4-BE49-F238E27FC236}">
                  <a16:creationId xmlns:a16="http://schemas.microsoft.com/office/drawing/2014/main" id="{15A6983A-EF0A-BCC2-E562-AE959DC1A40E}"/>
                </a:ext>
              </a:extLst>
            </p:cNvPr>
            <p:cNvSpPr/>
            <p:nvPr/>
          </p:nvSpPr>
          <p:spPr>
            <a:xfrm>
              <a:off x="2991612" y="3936739"/>
              <a:ext cx="22860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2022–2050 (5-yr intervals)</a:t>
              </a:r>
              <a:endParaRPr lang="en-US" sz="1600" dirty="0"/>
            </a:p>
          </p:txBody>
        </p:sp>
        <p:sp>
          <p:nvSpPr>
            <p:cNvPr id="16" name="Text 18">
              <a:extLst>
                <a:ext uri="{FF2B5EF4-FFF2-40B4-BE49-F238E27FC236}">
                  <a16:creationId xmlns:a16="http://schemas.microsoft.com/office/drawing/2014/main" id="{E8FE3918-2D25-92D2-24EB-146C3E0BB671}"/>
                </a:ext>
              </a:extLst>
            </p:cNvPr>
            <p:cNvSpPr/>
            <p:nvPr/>
          </p:nvSpPr>
          <p:spPr>
            <a:xfrm>
              <a:off x="1988740" y="4312605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6B7F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H₂ share:</a:t>
              </a:r>
              <a:endParaRPr lang="en-US" sz="1600" dirty="0"/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6CDE3E2E-FAC1-5EFC-4E6C-F83DCA547CD7}"/>
                </a:ext>
              </a:extLst>
            </p:cNvPr>
            <p:cNvSpPr/>
            <p:nvPr/>
          </p:nvSpPr>
          <p:spPr>
            <a:xfrm>
              <a:off x="2973324" y="4454337"/>
              <a:ext cx="22860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38–48% by 2050 (ST / LW)</a:t>
              </a:r>
              <a:endParaRPr lang="en-US" sz="1600" dirty="0"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D8476E3B-CA6A-1B2B-3BBB-FAD16D47AAFD}"/>
                </a:ext>
              </a:extLst>
            </p:cNvPr>
            <p:cNvSpPr/>
            <p:nvPr/>
          </p:nvSpPr>
          <p:spPr>
            <a:xfrm>
              <a:off x="1976628" y="4854749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6B7F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Finding:</a:t>
              </a:r>
              <a:endParaRPr lang="en-US" sz="16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362DF1BA-1D6D-0595-E541-EB542513C3F5}"/>
                </a:ext>
              </a:extLst>
            </p:cNvPr>
            <p:cNvSpPr/>
            <p:nvPr/>
          </p:nvSpPr>
          <p:spPr>
            <a:xfrm>
              <a:off x="2936748" y="4996481"/>
              <a:ext cx="22860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Multiple pathways → 88% reduction</a:t>
              </a:r>
              <a:endParaRPr lang="en-US" sz="1600" dirty="0"/>
            </a:p>
          </p:txBody>
        </p:sp>
        <p:sp>
          <p:nvSpPr>
            <p:cNvPr id="21" name="Shape 22">
              <a:extLst>
                <a:ext uri="{FF2B5EF4-FFF2-40B4-BE49-F238E27FC236}">
                  <a16:creationId xmlns:a16="http://schemas.microsoft.com/office/drawing/2014/main" id="{6D925221-320C-6DDC-7070-F7D9B7BD5809}"/>
                </a:ext>
              </a:extLst>
            </p:cNvPr>
            <p:cNvSpPr/>
            <p:nvPr/>
          </p:nvSpPr>
          <p:spPr>
            <a:xfrm>
              <a:off x="5469636" y="3346704"/>
              <a:ext cx="713232" cy="54864"/>
            </a:xfrm>
            <a:prstGeom prst="rect">
              <a:avLst/>
            </a:prstGeom>
            <a:solidFill>
              <a:srgbClr val="00C6A7"/>
            </a:solidFill>
            <a:ln w="12700">
              <a:solidFill>
                <a:srgbClr val="00C6A7"/>
              </a:solidFill>
              <a:prstDash val="soli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17370D9D-732B-2A9C-BEDB-D716349FA0AB}"/>
                </a:ext>
              </a:extLst>
            </p:cNvPr>
            <p:cNvSpPr/>
            <p:nvPr/>
          </p:nvSpPr>
          <p:spPr>
            <a:xfrm>
              <a:off x="6109716" y="3329855"/>
              <a:ext cx="219456" cy="329184"/>
            </a:xfrm>
            <a:prstGeom prst="rtTriangle">
              <a:avLst/>
            </a:prstGeom>
            <a:solidFill>
              <a:srgbClr val="00C6A7"/>
            </a:solidFill>
            <a:ln w="12700">
              <a:solidFill>
                <a:srgbClr val="00C6A7"/>
              </a:solidFill>
              <a:prstDash val="soli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761E6FFA-CA55-0005-0121-21936039B1BB}"/>
                </a:ext>
              </a:extLst>
            </p:cNvPr>
            <p:cNvSpPr/>
            <p:nvPr/>
          </p:nvSpPr>
          <p:spPr>
            <a:xfrm>
              <a:off x="5414772" y="3511296"/>
              <a:ext cx="98755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00C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00C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</a:t>
              </a:r>
              <a:endParaRPr lang="en-US" sz="1600" dirty="0"/>
            </a:p>
          </p:txBody>
        </p:sp>
        <p:sp>
          <p:nvSpPr>
            <p:cNvPr id="24" name="Shape 25">
              <a:extLst>
                <a:ext uri="{FF2B5EF4-FFF2-40B4-BE49-F238E27FC236}">
                  <a16:creationId xmlns:a16="http://schemas.microsoft.com/office/drawing/2014/main" id="{1F12906E-1C64-5B49-9946-9F93C03163F9}"/>
                </a:ext>
              </a:extLst>
            </p:cNvPr>
            <p:cNvSpPr/>
            <p:nvPr/>
          </p:nvSpPr>
          <p:spPr>
            <a:xfrm>
              <a:off x="6402324" y="2351568"/>
              <a:ext cx="3913632" cy="3772505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2700">
              <a:solidFill>
                <a:srgbClr val="1B6CA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5" name="Shape 26">
              <a:extLst>
                <a:ext uri="{FF2B5EF4-FFF2-40B4-BE49-F238E27FC236}">
                  <a16:creationId xmlns:a16="http://schemas.microsoft.com/office/drawing/2014/main" id="{BF796490-1F57-B3E8-A5A8-5E124289621B}"/>
                </a:ext>
              </a:extLst>
            </p:cNvPr>
            <p:cNvSpPr/>
            <p:nvPr/>
          </p:nvSpPr>
          <p:spPr>
            <a:xfrm>
              <a:off x="6402324" y="2377440"/>
              <a:ext cx="3913632" cy="384048"/>
            </a:xfrm>
            <a:prstGeom prst="rect">
              <a:avLst/>
            </a:prstGeom>
            <a:solidFill>
              <a:srgbClr val="1B6CA8"/>
            </a:solidFill>
            <a:ln w="12700">
              <a:solidFill>
                <a:srgbClr val="1B6CA8"/>
              </a:solidFill>
              <a:prstDash val="soli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6" name="Text 27">
              <a:extLst>
                <a:ext uri="{FF2B5EF4-FFF2-40B4-BE49-F238E27FC236}">
                  <a16:creationId xmlns:a16="http://schemas.microsoft.com/office/drawing/2014/main" id="{0C2BD7AA-1902-C499-881C-50E47BAC6B2B}"/>
                </a:ext>
              </a:extLst>
            </p:cNvPr>
            <p:cNvSpPr/>
            <p:nvPr/>
          </p:nvSpPr>
          <p:spPr>
            <a:xfrm>
              <a:off x="6402324" y="2377440"/>
              <a:ext cx="3913632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Case Study 2 — Great Britain (Next)</a:t>
              </a:r>
              <a:endParaRPr lang="en-US" sz="1600" dirty="0"/>
            </a:p>
          </p:txBody>
        </p:sp>
        <p:sp>
          <p:nvSpPr>
            <p:cNvPr id="27" name="Text 28">
              <a:extLst>
                <a:ext uri="{FF2B5EF4-FFF2-40B4-BE49-F238E27FC236}">
                  <a16:creationId xmlns:a16="http://schemas.microsoft.com/office/drawing/2014/main" id="{9A8580F7-550D-7225-F3F9-9E2D5C2155C1}"/>
                </a:ext>
              </a:extLst>
            </p:cNvPr>
            <p:cNvSpPr/>
            <p:nvPr/>
          </p:nvSpPr>
          <p:spPr>
            <a:xfrm>
              <a:off x="6548628" y="2825496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00C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Scale:</a:t>
              </a:r>
              <a:endParaRPr lang="en-US" sz="1600" dirty="0"/>
            </a:p>
          </p:txBody>
        </p:sp>
        <p:sp>
          <p:nvSpPr>
            <p:cNvPr id="28" name="Text 29">
              <a:extLst>
                <a:ext uri="{FF2B5EF4-FFF2-40B4-BE49-F238E27FC236}">
                  <a16:creationId xmlns:a16="http://schemas.microsoft.com/office/drawing/2014/main" id="{D30F6B71-D82D-8EBC-D826-8A680530E72B}"/>
                </a:ext>
              </a:extLst>
            </p:cNvPr>
            <p:cNvSpPr/>
            <p:nvPr/>
          </p:nvSpPr>
          <p:spPr>
            <a:xfrm>
              <a:off x="7545324" y="2825496"/>
              <a:ext cx="2651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National GB</a:t>
              </a:r>
              <a:endParaRPr lang="en-US" sz="1600" dirty="0"/>
            </a:p>
          </p:txBody>
        </p:sp>
        <p:sp>
          <p:nvSpPr>
            <p:cNvPr id="29" name="Text 30">
              <a:extLst>
                <a:ext uri="{FF2B5EF4-FFF2-40B4-BE49-F238E27FC236}">
                  <a16:creationId xmlns:a16="http://schemas.microsoft.com/office/drawing/2014/main" id="{CAC33A2E-5B5C-F9D1-D69B-ADD598176D90}"/>
                </a:ext>
              </a:extLst>
            </p:cNvPr>
            <p:cNvSpPr/>
            <p:nvPr/>
          </p:nvSpPr>
          <p:spPr>
            <a:xfrm>
              <a:off x="6548628" y="3210983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00C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Model:</a:t>
              </a:r>
              <a:endParaRPr lang="en-US" sz="1600" dirty="0"/>
            </a:p>
          </p:txBody>
        </p:sp>
        <p:sp>
          <p:nvSpPr>
            <p:cNvPr id="30" name="Text 31">
              <a:extLst>
                <a:ext uri="{FF2B5EF4-FFF2-40B4-BE49-F238E27FC236}">
                  <a16:creationId xmlns:a16="http://schemas.microsoft.com/office/drawing/2014/main" id="{1ECF9855-76B8-1DA4-1BF2-7806C5CFDEDF}"/>
                </a:ext>
              </a:extLst>
            </p:cNvPr>
            <p:cNvSpPr/>
            <p:nvPr/>
          </p:nvSpPr>
          <p:spPr>
            <a:xfrm>
              <a:off x="7545324" y="3210983"/>
              <a:ext cx="2651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Cournot + Cooperative + Benchmark</a:t>
              </a:r>
              <a:endParaRPr lang="en-US" sz="1600" dirty="0"/>
            </a:p>
          </p:txBody>
        </p:sp>
        <p:sp>
          <p:nvSpPr>
            <p:cNvPr id="32" name="Text 32">
              <a:extLst>
                <a:ext uri="{FF2B5EF4-FFF2-40B4-BE49-F238E27FC236}">
                  <a16:creationId xmlns:a16="http://schemas.microsoft.com/office/drawing/2014/main" id="{91673659-1CB6-06BA-4D70-7250949803E2}"/>
                </a:ext>
              </a:extLst>
            </p:cNvPr>
            <p:cNvSpPr/>
            <p:nvPr/>
          </p:nvSpPr>
          <p:spPr>
            <a:xfrm>
              <a:off x="6548628" y="3584442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4DA6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Players:</a:t>
              </a:r>
              <a:endParaRPr lang="en-US" sz="1600" dirty="0"/>
            </a:p>
          </p:txBody>
        </p:sp>
        <p:sp>
          <p:nvSpPr>
            <p:cNvPr id="33" name="Text 33">
              <a:extLst>
                <a:ext uri="{FF2B5EF4-FFF2-40B4-BE49-F238E27FC236}">
                  <a16:creationId xmlns:a16="http://schemas.microsoft.com/office/drawing/2014/main" id="{F6C56954-8FD0-4A01-737C-51234D478215}"/>
                </a:ext>
              </a:extLst>
            </p:cNvPr>
            <p:cNvSpPr/>
            <p:nvPr/>
          </p:nvSpPr>
          <p:spPr>
            <a:xfrm>
              <a:off x="7517892" y="3746624"/>
              <a:ext cx="2651760" cy="4581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 players representing technology groups (Wind, H₂, Nuclear…)</a:t>
              </a:r>
              <a:endParaRPr lang="en-US" sz="1600" dirty="0"/>
            </a:p>
          </p:txBody>
        </p:sp>
        <p:sp>
          <p:nvSpPr>
            <p:cNvPr id="34" name="Text 34">
              <a:extLst>
                <a:ext uri="{FF2B5EF4-FFF2-40B4-BE49-F238E27FC236}">
                  <a16:creationId xmlns:a16="http://schemas.microsoft.com/office/drawing/2014/main" id="{66DD58F6-AE45-A4DC-DB7B-B23A80FEFDB2}"/>
                </a:ext>
              </a:extLst>
            </p:cNvPr>
            <p:cNvSpPr/>
            <p:nvPr/>
          </p:nvSpPr>
          <p:spPr>
            <a:xfrm>
              <a:off x="6548628" y="4379010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4DA6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Horizon:</a:t>
              </a:r>
              <a:endParaRPr lang="en-US" sz="1600" dirty="0"/>
            </a:p>
          </p:txBody>
        </p:sp>
        <p:sp>
          <p:nvSpPr>
            <p:cNvPr id="35" name="Text 35">
              <a:extLst>
                <a:ext uri="{FF2B5EF4-FFF2-40B4-BE49-F238E27FC236}">
                  <a16:creationId xmlns:a16="http://schemas.microsoft.com/office/drawing/2014/main" id="{B4343B0E-D049-7B2A-E989-0727AA3DF376}"/>
                </a:ext>
              </a:extLst>
            </p:cNvPr>
            <p:cNvSpPr/>
            <p:nvPr/>
          </p:nvSpPr>
          <p:spPr>
            <a:xfrm>
              <a:off x="7508748" y="4492592"/>
              <a:ext cx="2651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2025–2050 | Peak 2050 demand</a:t>
              </a:r>
              <a:endParaRPr lang="en-US" sz="160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44260ED2-1A33-C044-8648-12416F39698F}"/>
                </a:ext>
              </a:extLst>
            </p:cNvPr>
            <p:cNvSpPr/>
            <p:nvPr/>
          </p:nvSpPr>
          <p:spPr>
            <a:xfrm>
              <a:off x="6576060" y="4923081"/>
              <a:ext cx="96012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4DA6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H₂ share:</a:t>
              </a:r>
              <a:endParaRPr lang="en-US" sz="16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ED9A5C25-B8E9-DC29-E85F-A00E38E59183}"/>
                </a:ext>
              </a:extLst>
            </p:cNvPr>
            <p:cNvSpPr/>
            <p:nvPr/>
          </p:nvSpPr>
          <p:spPr>
            <a:xfrm>
              <a:off x="7545324" y="5005137"/>
              <a:ext cx="2651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Varies by scenario (High / Low H₂)</a:t>
              </a:r>
              <a:endParaRPr lang="en-US" sz="16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0B7B2E0B-6E82-3DF0-7C15-C8CAB0AE62C8}"/>
                </a:ext>
              </a:extLst>
            </p:cNvPr>
            <p:cNvSpPr/>
            <p:nvPr/>
          </p:nvSpPr>
          <p:spPr>
            <a:xfrm>
              <a:off x="6585203" y="5600459"/>
              <a:ext cx="1090943" cy="17374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00C6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Question:</a:t>
              </a:r>
              <a:endParaRPr lang="en-US" sz="1600" dirty="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1E65BC8A-0630-0492-3A69-DCDA9CE9E960}"/>
                </a:ext>
              </a:extLst>
            </p:cNvPr>
            <p:cNvSpPr/>
            <p:nvPr/>
          </p:nvSpPr>
          <p:spPr>
            <a:xfrm>
              <a:off x="7545324" y="5681071"/>
              <a:ext cx="265176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Does cooperation outperform competition?</a:t>
              </a:r>
              <a:endParaRPr lang="en-US" sz="1600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163C2AE-097E-68EE-D8E3-54CB3F1C1B09}"/>
              </a:ext>
            </a:extLst>
          </p:cNvPr>
          <p:cNvSpPr txBox="1"/>
          <p:nvPr/>
        </p:nvSpPr>
        <p:spPr>
          <a:xfrm>
            <a:off x="142714" y="5726149"/>
            <a:ext cx="122362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addition in Case Study 2: Cooperative (Shapley value) and Benchmark (Central Planning) introduced alongside Cournot competition  |  Same bi-level OPGF structure  |  Four technology scenarios based on LW scenario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63488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A93F-59D0-119A-AB21-17DC9681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343095-F49E-0B38-8E81-C6B5C23804B2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GB’s future energy networks/system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5FC5B0-AE32-A83B-05A1-B5EF8D00C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4" y="1425308"/>
            <a:ext cx="6849431" cy="38295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6F80DFD-B0AA-2074-1DBA-D58B336D7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284" y="1425308"/>
            <a:ext cx="7001852" cy="386769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4B1596C-7F03-CF51-2D0B-A4FFF887CACA}"/>
              </a:ext>
            </a:extLst>
          </p:cNvPr>
          <p:cNvSpPr txBox="1"/>
          <p:nvPr/>
        </p:nvSpPr>
        <p:spPr>
          <a:xfrm>
            <a:off x="6096000" y="5432692"/>
            <a:ext cx="5638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i="0" u="none" strike="noStrike" baseline="0" dirty="0">
                <a:solidFill>
                  <a:srgbClr val="000000"/>
                </a:solidFill>
              </a:rPr>
              <a:t>Integrated multi-vector energy system framework for the GB</a:t>
            </a:r>
            <a:endParaRPr lang="en-GB" sz="2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5ACEA1-96F6-6302-3C4D-B2AB4B2628A9}"/>
              </a:ext>
            </a:extLst>
          </p:cNvPr>
          <p:cNvSpPr txBox="1"/>
          <p:nvPr/>
        </p:nvSpPr>
        <p:spPr>
          <a:xfrm>
            <a:off x="0" y="5443990"/>
            <a:ext cx="5461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GB’s energy networks: (a) electricity network, </a:t>
            </a:r>
          </a:p>
          <a:p>
            <a:pPr algn="ctr"/>
            <a:r>
              <a:rPr lang="en-GB" b="1" dirty="0"/>
              <a:t>(b) gas/hydrogen network, (c) Legend for distribution DNOs and interconnections </a:t>
            </a:r>
          </a:p>
        </p:txBody>
      </p:sp>
    </p:spTree>
    <p:extLst>
      <p:ext uri="{BB962C8B-B14F-4D97-AF65-F5344CB8AC3E}">
        <p14:creationId xmlns:p14="http://schemas.microsoft.com/office/powerpoint/2010/main" val="61593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08642-6AFB-7C3E-21BC-8F26433D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6D8440-3044-BE05-D701-7B34DFDCD360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Modelling Framework: Three Planning Approaches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EEC48B24-24CD-C955-5B63-0808B8C05FE4}"/>
              </a:ext>
            </a:extLst>
          </p:cNvPr>
          <p:cNvSpPr/>
          <p:nvPr/>
        </p:nvSpPr>
        <p:spPr>
          <a:xfrm>
            <a:off x="678873" y="929636"/>
            <a:ext cx="3225338" cy="7869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5DA521CD-35BF-0B23-B97E-A0ECA1B35B2B}"/>
              </a:ext>
            </a:extLst>
          </p:cNvPr>
          <p:cNvSpPr/>
          <p:nvPr/>
        </p:nvSpPr>
        <p:spPr>
          <a:xfrm>
            <a:off x="735393" y="1858771"/>
            <a:ext cx="137160" cy="13716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2244990E-AB70-B9E2-00B2-5D78A8534BD5}"/>
              </a:ext>
            </a:extLst>
          </p:cNvPr>
          <p:cNvSpPr/>
          <p:nvPr/>
        </p:nvSpPr>
        <p:spPr>
          <a:xfrm>
            <a:off x="940443" y="1719502"/>
            <a:ext cx="2880360" cy="1067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Each technology-level investor </a:t>
            </a:r>
            <a:r>
              <a:rPr lang="en-US" sz="2000" dirty="0" err="1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maximises</a:t>
            </a:r>
            <a:r>
              <a:rPr lang="en-US" sz="20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 their own NPV</a:t>
            </a:r>
            <a:endParaRPr lang="en-US" sz="2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AD0FEECB-9F5F-7014-ACF7-D129184DF735}"/>
              </a:ext>
            </a:extLst>
          </p:cNvPr>
          <p:cNvSpPr/>
          <p:nvPr/>
        </p:nvSpPr>
        <p:spPr>
          <a:xfrm>
            <a:off x="968708" y="2764864"/>
            <a:ext cx="2801527" cy="15447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Strategic interactions via complementarity conditions (MCP)</a:t>
            </a:r>
            <a:endParaRPr lang="en-US" sz="22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E90BC890-472C-79AD-266F-D2F00E4DC44F}"/>
              </a:ext>
            </a:extLst>
          </p:cNvPr>
          <p:cNvSpPr/>
          <p:nvPr/>
        </p:nvSpPr>
        <p:spPr>
          <a:xfrm>
            <a:off x="706996" y="2906913"/>
            <a:ext cx="137160" cy="13716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F2BC89D-14E6-E844-38DE-41F98F771318}"/>
              </a:ext>
            </a:extLst>
          </p:cNvPr>
          <p:cNvSpPr/>
          <p:nvPr/>
        </p:nvSpPr>
        <p:spPr>
          <a:xfrm>
            <a:off x="955536" y="3963280"/>
            <a:ext cx="3063238" cy="5583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Solved using PATH solver</a:t>
            </a:r>
            <a:endParaRPr lang="en-US" sz="2200" dirty="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AA9EEDEA-DCF4-C490-1C33-D9F757A45A99}"/>
              </a:ext>
            </a:extLst>
          </p:cNvPr>
          <p:cNvSpPr/>
          <p:nvPr/>
        </p:nvSpPr>
        <p:spPr>
          <a:xfrm>
            <a:off x="693824" y="4069961"/>
            <a:ext cx="137160" cy="13716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912BF8A4-81CB-CD75-F317-2C05EF71D48C}"/>
              </a:ext>
            </a:extLst>
          </p:cNvPr>
          <p:cNvSpPr/>
          <p:nvPr/>
        </p:nvSpPr>
        <p:spPr>
          <a:xfrm>
            <a:off x="936981" y="4542040"/>
            <a:ext cx="2916937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en-US" sz="2200" dirty="0"/>
              <a:t>Reflects GB’s </a:t>
            </a:r>
            <a:r>
              <a:rPr lang="en-US" altLang="en-US" sz="2200" dirty="0" err="1"/>
              <a:t>liberalised</a:t>
            </a:r>
            <a:r>
              <a:rPr lang="en-US" altLang="en-US" sz="2200" dirty="0"/>
              <a:t> market reality</a:t>
            </a:r>
            <a:endParaRPr lang="en-US" sz="22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09E316-5D82-B657-69E8-BB8F8E6AF287}"/>
              </a:ext>
            </a:extLst>
          </p:cNvPr>
          <p:cNvSpPr/>
          <p:nvPr/>
        </p:nvSpPr>
        <p:spPr>
          <a:xfrm>
            <a:off x="4132811" y="909842"/>
            <a:ext cx="3316704" cy="808120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4351926B-6F63-A12B-36D0-E23B0818F86E}"/>
              </a:ext>
            </a:extLst>
          </p:cNvPr>
          <p:cNvSpPr/>
          <p:nvPr/>
        </p:nvSpPr>
        <p:spPr>
          <a:xfrm>
            <a:off x="4297403" y="1941901"/>
            <a:ext cx="137160" cy="137160"/>
          </a:xfrm>
          <a:prstGeom prst="ellipse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375A92B4-E545-E152-A15E-B66168FD13F8}"/>
              </a:ext>
            </a:extLst>
          </p:cNvPr>
          <p:cNvSpPr/>
          <p:nvPr/>
        </p:nvSpPr>
        <p:spPr>
          <a:xfrm>
            <a:off x="4480283" y="1771764"/>
            <a:ext cx="2880360" cy="1067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Players form coalitions to maximise joint welfare</a:t>
            </a:r>
            <a:endParaRPr lang="en-US" sz="220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AE1D32EE-2AD3-5F59-FBFA-25E12DA8AA55}"/>
              </a:ext>
            </a:extLst>
          </p:cNvPr>
          <p:cNvSpPr/>
          <p:nvPr/>
        </p:nvSpPr>
        <p:spPr>
          <a:xfrm>
            <a:off x="4283548" y="2986681"/>
            <a:ext cx="137160" cy="137160"/>
          </a:xfrm>
          <a:prstGeom prst="ellipse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B6879D09-D318-5B10-7506-C5543744AA89}"/>
              </a:ext>
            </a:extLst>
          </p:cNvPr>
          <p:cNvSpPr/>
          <p:nvPr/>
        </p:nvSpPr>
        <p:spPr>
          <a:xfrm>
            <a:off x="4480284" y="2802549"/>
            <a:ext cx="2661306" cy="11531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Shapley value allocates benefits by marginal contribution and </a:t>
            </a:r>
            <a:r>
              <a:rPr lang="en-US" sz="22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altLang="en-US" sz="2200" dirty="0"/>
              <a:t>epresents a coordinated planning alternative </a:t>
            </a:r>
            <a:endParaRPr lang="en-US" sz="2200" dirty="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654F6BC8-C3B8-76D6-8A56-A46368B070D4}"/>
              </a:ext>
            </a:extLst>
          </p:cNvPr>
          <p:cNvSpPr/>
          <p:nvPr/>
        </p:nvSpPr>
        <p:spPr>
          <a:xfrm>
            <a:off x="4480283" y="4923648"/>
            <a:ext cx="3277156" cy="11531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Positive values = net contributors; Negative = need support</a:t>
            </a:r>
            <a:endParaRPr lang="en-US" sz="2200" dirty="0"/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DEAACCDE-E049-024C-7F8E-F7ABA33E7D0E}"/>
              </a:ext>
            </a:extLst>
          </p:cNvPr>
          <p:cNvSpPr/>
          <p:nvPr/>
        </p:nvSpPr>
        <p:spPr>
          <a:xfrm>
            <a:off x="4297403" y="5082078"/>
            <a:ext cx="137160" cy="137160"/>
          </a:xfrm>
          <a:prstGeom prst="ellipse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21" name="Shape 25">
            <a:extLst>
              <a:ext uri="{FF2B5EF4-FFF2-40B4-BE49-F238E27FC236}">
                <a16:creationId xmlns:a16="http://schemas.microsoft.com/office/drawing/2014/main" id="{DD486E22-E91F-9FF6-DB68-94C41CC5CB26}"/>
              </a:ext>
            </a:extLst>
          </p:cNvPr>
          <p:cNvSpPr/>
          <p:nvPr/>
        </p:nvSpPr>
        <p:spPr>
          <a:xfrm>
            <a:off x="7948495" y="960506"/>
            <a:ext cx="3555072" cy="75607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(Central Planning)</a:t>
            </a:r>
            <a:endParaRPr lang="en-US" sz="2200" dirty="0"/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80876E91-A468-D471-6AC0-9988F72957A6}"/>
              </a:ext>
            </a:extLst>
          </p:cNvPr>
          <p:cNvSpPr/>
          <p:nvPr/>
        </p:nvSpPr>
        <p:spPr>
          <a:xfrm>
            <a:off x="8081082" y="1969607"/>
            <a:ext cx="137160" cy="1371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9279CEEE-42A9-BF91-5E12-DECA5DA08410}"/>
              </a:ext>
            </a:extLst>
          </p:cNvPr>
          <p:cNvSpPr/>
          <p:nvPr/>
        </p:nvSpPr>
        <p:spPr>
          <a:xfrm>
            <a:off x="8263962" y="1771762"/>
            <a:ext cx="341431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Single planner optimises entire system</a:t>
            </a:r>
            <a:endParaRPr lang="en-US" sz="2200" dirty="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986002CB-16FF-FDC2-53F4-FD5B7C9FF512}"/>
              </a:ext>
            </a:extLst>
          </p:cNvPr>
          <p:cNvSpPr/>
          <p:nvPr/>
        </p:nvSpPr>
        <p:spPr>
          <a:xfrm>
            <a:off x="8081082" y="2848863"/>
            <a:ext cx="137160" cy="1371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25" name="Text 30">
            <a:extLst>
              <a:ext uri="{FF2B5EF4-FFF2-40B4-BE49-F238E27FC236}">
                <a16:creationId xmlns:a16="http://schemas.microsoft.com/office/drawing/2014/main" id="{BC2CC91B-4636-BBCF-4CD2-334E7AC95CAE}"/>
              </a:ext>
            </a:extLst>
          </p:cNvPr>
          <p:cNvSpPr/>
          <p:nvPr/>
        </p:nvSpPr>
        <p:spPr>
          <a:xfrm>
            <a:off x="8263962" y="2679459"/>
            <a:ext cx="37479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Standard NLP; no strategic interactions</a:t>
            </a:r>
            <a:endParaRPr lang="en-US" sz="2200" dirty="0"/>
          </a:p>
        </p:txBody>
      </p:sp>
      <p:sp>
        <p:nvSpPr>
          <p:cNvPr id="26" name="Shape 31">
            <a:extLst>
              <a:ext uri="{FF2B5EF4-FFF2-40B4-BE49-F238E27FC236}">
                <a16:creationId xmlns:a16="http://schemas.microsoft.com/office/drawing/2014/main" id="{2201AB58-1993-A5CF-C8A3-1BBFF11424E9}"/>
              </a:ext>
            </a:extLst>
          </p:cNvPr>
          <p:cNvSpPr/>
          <p:nvPr/>
        </p:nvSpPr>
        <p:spPr>
          <a:xfrm>
            <a:off x="8081082" y="3868377"/>
            <a:ext cx="137160" cy="1371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A8EC5762-58BC-576B-7D1C-BAB964D0C41B}"/>
              </a:ext>
            </a:extLst>
          </p:cNvPr>
          <p:cNvSpPr/>
          <p:nvPr/>
        </p:nvSpPr>
        <p:spPr>
          <a:xfrm>
            <a:off x="8263962" y="3721321"/>
            <a:ext cx="3872622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Implemented in Pyomo/IPOPT</a:t>
            </a:r>
            <a:endParaRPr lang="en-US" sz="2200" dirty="0"/>
          </a:p>
        </p:txBody>
      </p:sp>
      <p:sp>
        <p:nvSpPr>
          <p:cNvPr id="28" name="Shape 33">
            <a:extLst>
              <a:ext uri="{FF2B5EF4-FFF2-40B4-BE49-F238E27FC236}">
                <a16:creationId xmlns:a16="http://schemas.microsoft.com/office/drawing/2014/main" id="{25A65AF8-2C24-EF87-6E09-F4226C65D17C}"/>
              </a:ext>
            </a:extLst>
          </p:cNvPr>
          <p:cNvSpPr/>
          <p:nvPr/>
        </p:nvSpPr>
        <p:spPr>
          <a:xfrm>
            <a:off x="8081082" y="4517686"/>
            <a:ext cx="137160" cy="1371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E5A6C085-9857-68B9-6893-58401D46DABC}"/>
              </a:ext>
            </a:extLst>
          </p:cNvPr>
          <p:cNvSpPr/>
          <p:nvPr/>
        </p:nvSpPr>
        <p:spPr>
          <a:xfrm>
            <a:off x="8263961" y="4396408"/>
            <a:ext cx="3872621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Reference for comparison</a:t>
            </a:r>
            <a:endParaRPr 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D8B963-62FF-36E8-5456-3A00A529CE5B}"/>
              </a:ext>
            </a:extLst>
          </p:cNvPr>
          <p:cNvSpPr txBox="1"/>
          <p:nvPr/>
        </p:nvSpPr>
        <p:spPr>
          <a:xfrm>
            <a:off x="688432" y="927639"/>
            <a:ext cx="3255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(Nash–Cournot)</a:t>
            </a:r>
            <a:endParaRPr lang="en-GB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9DF2B414-B07F-D279-A0A1-B1EACE96D036}"/>
              </a:ext>
            </a:extLst>
          </p:cNvPr>
          <p:cNvSpPr/>
          <p:nvPr/>
        </p:nvSpPr>
        <p:spPr>
          <a:xfrm>
            <a:off x="693822" y="4748837"/>
            <a:ext cx="137160" cy="13716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 sz="2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C48AFF-F463-4822-66E5-73FFB1DBF370}"/>
              </a:ext>
            </a:extLst>
          </p:cNvPr>
          <p:cNvSpPr txBox="1"/>
          <p:nvPr/>
        </p:nvSpPr>
        <p:spPr>
          <a:xfrm>
            <a:off x="4172359" y="1000572"/>
            <a:ext cx="3277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(Shapley Value)</a:t>
            </a:r>
            <a:endParaRPr lang="en-US" sz="1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8D627C-FDA9-AE4E-BB86-62E8E6F212D0}"/>
              </a:ext>
            </a:extLst>
          </p:cNvPr>
          <p:cNvSpPr txBox="1"/>
          <p:nvPr/>
        </p:nvSpPr>
        <p:spPr>
          <a:xfrm>
            <a:off x="2786447" y="5979934"/>
            <a:ext cx="8577852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</a:rPr>
              <a:t>Which delivers better outcomes for hydrogen-integrated systems? </a:t>
            </a:r>
          </a:p>
        </p:txBody>
      </p:sp>
    </p:spTree>
    <p:extLst>
      <p:ext uri="{BB962C8B-B14F-4D97-AF65-F5344CB8AC3E}">
        <p14:creationId xmlns:p14="http://schemas.microsoft.com/office/powerpoint/2010/main" val="459749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8720-6794-18FD-2FDB-F74A4E50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5D92CD-21A3-C791-B9B7-79BF4DDC4756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Modelling Framework: Three Planning Approaches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8073E-1EE8-85B9-E9FE-11A89A4DFA9A}"/>
              </a:ext>
            </a:extLst>
          </p:cNvPr>
          <p:cNvSpPr txBox="1"/>
          <p:nvPr/>
        </p:nvSpPr>
        <p:spPr>
          <a:xfrm>
            <a:off x="332509" y="1077368"/>
            <a:ext cx="10816754" cy="359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Metrics: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Costs, emissions, technology mix, fairness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approaches share</a:t>
            </a: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Bi-level structure (long-term investment + short-term OPGF)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 GB data and demand profiles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 convergence threshold (</a:t>
            </a:r>
            <a:r>
              <a:rPr lang="el-GR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GB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Peak 2050 demand: 102.17 GWh electric, 14.27 GWh hydrogen</a:t>
            </a:r>
            <a:endParaRPr lang="en-US" sz="2200" dirty="0"/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19123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F5CB0-38B6-31D0-1C00-F4FB66B6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441A52-2C83-ED1E-CA8F-B0DCAA311207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Four Investment Scenarios (2025–2050)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33978-33BE-2DA0-1132-A89AE321C50A}"/>
              </a:ext>
            </a:extLst>
          </p:cNvPr>
          <p:cNvSpPr txBox="1"/>
          <p:nvPr/>
        </p:nvSpPr>
        <p:spPr>
          <a:xfrm>
            <a:off x="635000" y="1006376"/>
            <a:ext cx="86487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Focus: </a:t>
            </a:r>
            <a:r>
              <a:rPr lang="en-GB" sz="2000" b="1" dirty="0"/>
              <a:t>Optimal decarbonisation strategy for GB (2050)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Based on </a:t>
            </a:r>
            <a:r>
              <a:rPr lang="en-GB" sz="2000" b="1" dirty="0"/>
              <a:t>FES 2022 – Leading the Way scenario</a:t>
            </a:r>
          </a:p>
          <a:p>
            <a:endParaRPr lang="en-GB" sz="1000" dirty="0"/>
          </a:p>
          <a:p>
            <a:pPr>
              <a:buNone/>
            </a:pPr>
            <a:r>
              <a:rPr lang="en-GB" sz="2000" b="1" dirty="0"/>
              <a:t>Key Assumption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Demand is fixed across all scenarios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Scenarios differ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Capacity limits (generation, storage, hydrogen)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NOT demand variation</a:t>
            </a:r>
          </a:p>
          <a:p>
            <a:pPr lvl="1"/>
            <a:endParaRPr lang="en-GB" sz="1000" dirty="0"/>
          </a:p>
          <a:p>
            <a:r>
              <a:rPr lang="en-GB" b="1" dirty="0"/>
              <a:t>Scenario Design Approach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Scenarios define </a:t>
            </a:r>
            <a:r>
              <a:rPr lang="en-GB" b="1" dirty="0"/>
              <a:t>capacity limits (inputs)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Model determines:</a:t>
            </a:r>
          </a:p>
          <a:p>
            <a:pPr lvl="1"/>
            <a:r>
              <a:rPr lang="en-GB" dirty="0"/>
              <a:t>Optimal operation</a:t>
            </a:r>
          </a:p>
          <a:p>
            <a:pPr lvl="1"/>
            <a:r>
              <a:rPr lang="en-GB" dirty="0"/>
              <a:t>Cost-effective utilisation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Capacity limits set relative to: </a:t>
            </a:r>
            <a:r>
              <a:rPr lang="en-GB" b="1" dirty="0"/>
              <a:t>2025 baseline → 2050 targets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Used to test:</a:t>
            </a:r>
          </a:p>
          <a:p>
            <a:pPr lvl="1"/>
            <a:r>
              <a:rPr lang="en-GB" dirty="0"/>
              <a:t>Different </a:t>
            </a:r>
            <a:r>
              <a:rPr lang="en-GB" b="1" dirty="0"/>
              <a:t>technology deployment strategies</a:t>
            </a:r>
            <a:endParaRPr lang="en-GB" dirty="0"/>
          </a:p>
          <a:p>
            <a:pPr lvl="1"/>
            <a:r>
              <a:rPr lang="en-GB" dirty="0"/>
              <a:t>Role of hydrogen versus storage</a:t>
            </a:r>
          </a:p>
        </p:txBody>
      </p:sp>
    </p:spTree>
    <p:extLst>
      <p:ext uri="{BB962C8B-B14F-4D97-AF65-F5344CB8AC3E}">
        <p14:creationId xmlns:p14="http://schemas.microsoft.com/office/powerpoint/2010/main" val="2713783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C861-CE82-A343-7E6D-389E8655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881663-0738-05C3-5127-D6562345451A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Four Investment Scenarios (2025–2050)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32EFB73B-2B7F-2B58-6488-5653361AF247}"/>
              </a:ext>
            </a:extLst>
          </p:cNvPr>
          <p:cNvSpPr/>
          <p:nvPr/>
        </p:nvSpPr>
        <p:spPr>
          <a:xfrm>
            <a:off x="1373293" y="948794"/>
            <a:ext cx="4114800" cy="2329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B41532FB-8EF1-0634-AD5D-5E8333E4B797}"/>
              </a:ext>
            </a:extLst>
          </p:cNvPr>
          <p:cNvSpPr/>
          <p:nvPr/>
        </p:nvSpPr>
        <p:spPr>
          <a:xfrm>
            <a:off x="1373293" y="923394"/>
            <a:ext cx="502920" cy="23545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FBDF600-2E8C-C64A-021E-0CDBEF93B0C4}"/>
              </a:ext>
            </a:extLst>
          </p:cNvPr>
          <p:cNvSpPr/>
          <p:nvPr/>
        </p:nvSpPr>
        <p:spPr>
          <a:xfrm>
            <a:off x="1373293" y="176921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C375DB-37BD-60D0-AC22-2CEB7F005BEE}"/>
              </a:ext>
            </a:extLst>
          </p:cNvPr>
          <p:cNvSpPr/>
          <p:nvPr/>
        </p:nvSpPr>
        <p:spPr>
          <a:xfrm>
            <a:off x="1967653" y="99654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+25 GW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E6D023-1A35-D7C5-7C58-4EC03C7968C7}"/>
              </a:ext>
            </a:extLst>
          </p:cNvPr>
          <p:cNvSpPr/>
          <p:nvPr/>
        </p:nvSpPr>
        <p:spPr>
          <a:xfrm>
            <a:off x="1890534" y="1456794"/>
            <a:ext cx="3383280" cy="1421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increase across all technologies.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single technology</a:t>
            </a:r>
            <a:endParaRPr lang="en-US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2575A27-B893-419B-6BF6-6BEA1943DFB0}"/>
              </a:ext>
            </a:extLst>
          </p:cNvPr>
          <p:cNvSpPr/>
          <p:nvPr/>
        </p:nvSpPr>
        <p:spPr>
          <a:xfrm>
            <a:off x="6305973" y="946254"/>
            <a:ext cx="4480560" cy="2354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A84027-5224-D865-35D1-B16A82BB630A}"/>
              </a:ext>
            </a:extLst>
          </p:cNvPr>
          <p:cNvSpPr/>
          <p:nvPr/>
        </p:nvSpPr>
        <p:spPr>
          <a:xfrm>
            <a:off x="6305973" y="925934"/>
            <a:ext cx="502920" cy="2352040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F9A16DB-621C-3F35-4406-E429C5441D35}"/>
              </a:ext>
            </a:extLst>
          </p:cNvPr>
          <p:cNvSpPr/>
          <p:nvPr/>
        </p:nvSpPr>
        <p:spPr>
          <a:xfrm>
            <a:off x="6305973" y="166507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A69959-6DE9-0DD4-2933-139F95B2C49B}"/>
              </a:ext>
            </a:extLst>
          </p:cNvPr>
          <p:cNvSpPr/>
          <p:nvPr/>
        </p:nvSpPr>
        <p:spPr>
          <a:xfrm>
            <a:off x="6900333" y="96860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 – High H₂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D21DDD3-A011-4C59-E089-E4BB56A3376B}"/>
              </a:ext>
            </a:extLst>
          </p:cNvPr>
          <p:cNvSpPr/>
          <p:nvPr/>
        </p:nvSpPr>
        <p:spPr>
          <a:xfrm>
            <a:off x="6834231" y="1405994"/>
            <a:ext cx="3383280" cy="175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expansion of: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generation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infrastructure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</a:t>
            </a: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decarbonization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system flexibility</a:t>
            </a:r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B9DEEF9-5C30-0601-41B3-114894125F87}"/>
              </a:ext>
            </a:extLst>
          </p:cNvPr>
          <p:cNvSpPr/>
          <p:nvPr/>
        </p:nvSpPr>
        <p:spPr>
          <a:xfrm>
            <a:off x="1373293" y="3384223"/>
            <a:ext cx="4114800" cy="257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368FEA0-D881-A108-8A8F-BB624A84C144}"/>
              </a:ext>
            </a:extLst>
          </p:cNvPr>
          <p:cNvSpPr/>
          <p:nvPr/>
        </p:nvSpPr>
        <p:spPr>
          <a:xfrm>
            <a:off x="1373293" y="3381175"/>
            <a:ext cx="502920" cy="25747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AE4FA96-C5BB-9CF9-4F09-B41BD7754035}"/>
              </a:ext>
            </a:extLst>
          </p:cNvPr>
          <p:cNvSpPr/>
          <p:nvPr/>
        </p:nvSpPr>
        <p:spPr>
          <a:xfrm>
            <a:off x="1373293" y="4382443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7C4C256-9CE5-7CC0-CB6D-4E35F417F3C4}"/>
              </a:ext>
            </a:extLst>
          </p:cNvPr>
          <p:cNvSpPr/>
          <p:nvPr/>
        </p:nvSpPr>
        <p:spPr>
          <a:xfrm>
            <a:off x="1967653" y="3381175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 – Low H₂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5ACF22B-E45C-E893-0999-61E3655AEDB6}"/>
              </a:ext>
            </a:extLst>
          </p:cNvPr>
          <p:cNvSpPr/>
          <p:nvPr/>
        </p:nvSpPr>
        <p:spPr>
          <a:xfrm>
            <a:off x="1901551" y="3841423"/>
            <a:ext cx="3383280" cy="1979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renewable + battery deployment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hydrogen investment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characteristics: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for short-term flexibility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plays a minor role</a:t>
            </a:r>
            <a:endParaRPr lang="en-US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4DF2648-B537-2075-BFAA-C0C554FBD88A}"/>
              </a:ext>
            </a:extLst>
          </p:cNvPr>
          <p:cNvSpPr/>
          <p:nvPr/>
        </p:nvSpPr>
        <p:spPr>
          <a:xfrm>
            <a:off x="6305972" y="3421597"/>
            <a:ext cx="4480559" cy="250958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584A136-BF89-1078-08DE-3A12B95E4969}"/>
              </a:ext>
            </a:extLst>
          </p:cNvPr>
          <p:cNvSpPr/>
          <p:nvPr/>
        </p:nvSpPr>
        <p:spPr>
          <a:xfrm>
            <a:off x="6305973" y="3410580"/>
            <a:ext cx="502920" cy="2509587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80F78B3-38CE-7E21-53D0-0C64C0BB88C7}"/>
              </a:ext>
            </a:extLst>
          </p:cNvPr>
          <p:cNvSpPr/>
          <p:nvPr/>
        </p:nvSpPr>
        <p:spPr>
          <a:xfrm>
            <a:off x="6305973" y="4230851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85CE2C6-7E13-44FA-9B35-0A0B2B6DDD6E}"/>
              </a:ext>
            </a:extLst>
          </p:cNvPr>
          <p:cNvSpPr/>
          <p:nvPr/>
        </p:nvSpPr>
        <p:spPr>
          <a:xfrm>
            <a:off x="6900333" y="343587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H₂ – Low BESS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77658DC-CE05-C209-02D6-11B192356DA0}"/>
              </a:ext>
            </a:extLst>
          </p:cNvPr>
          <p:cNvSpPr/>
          <p:nvPr/>
        </p:nvSpPr>
        <p:spPr>
          <a:xfrm>
            <a:off x="6835057" y="3885802"/>
            <a:ext cx="33832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</a:t>
            </a: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Hydrogen production and storage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Limited: Battery storage expansion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Long-term flexibility via hydrogen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32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C3B8B-1A25-72BD-B788-5A6111F1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F7867E-AF2B-F50C-341E-5C3792F99BB2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Results: Costs &amp; Emissions (Profitable Planning)</a:t>
            </a:r>
          </a:p>
        </p:txBody>
      </p:sp>
      <p:graphicFrame>
        <p:nvGraphicFramePr>
          <p:cNvPr id="36" name="Table 0">
            <a:extLst>
              <a:ext uri="{FF2B5EF4-FFF2-40B4-BE49-F238E27FC236}">
                <a16:creationId xmlns:a16="http://schemas.microsoft.com/office/drawing/2014/main" id="{B8D9E597-C397-F7D3-D79A-C22D65F52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138129"/>
              </p:ext>
            </p:extLst>
          </p:nvPr>
        </p:nvGraphicFramePr>
        <p:xfrm>
          <a:off x="1381523" y="1143000"/>
          <a:ext cx="9428953" cy="2286000"/>
        </p:xfrm>
        <a:graphic>
          <a:graphicData uri="http://schemas.openxmlformats.org/drawingml/2006/table">
            <a:tbl>
              <a:tblPr/>
              <a:tblGrid>
                <a:gridCol w="222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0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OpEx (m£)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Cooperative OpEx (m£)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OpEx (m£)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CO₂ (t)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Bench. CO₂ (t)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+25 GW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RES–High H₂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RES–Low H₂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H₂–Low BESS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8,161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4,285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36029756-2099-E92D-B139-EB903FD14622}"/>
              </a:ext>
            </a:extLst>
          </p:cNvPr>
          <p:cNvSpPr txBox="1"/>
          <p:nvPr/>
        </p:nvSpPr>
        <p:spPr>
          <a:xfrm>
            <a:off x="921091" y="3791601"/>
            <a:ext cx="1061904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200" dirty="0"/>
              <a:t>57% </a:t>
            </a: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Reduction in operational costs (cooperative vs. competitive, High H₂–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Low BESS)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8161 </a:t>
            </a:r>
            <a:r>
              <a:rPr lang="en-US" sz="2200" dirty="0" err="1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Tonnes</a:t>
            </a: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 CO₂ remaining under competitive planning (High H₂–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Low BESS scenario)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Cooperative achieves zero CO₂ in all scenarios; Benchmark residual = 4,285 t in High H₂–Low BESS.</a:t>
            </a:r>
            <a:endParaRPr lang="en-US" sz="2200" dirty="0">
              <a:solidFill>
                <a:srgbClr val="1A2D40"/>
              </a:solidFill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£1.47 m </a:t>
            </a:r>
            <a:r>
              <a:rPr lang="en-GB" sz="22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Lowest operational cost achieved: Cooperative, High H₂–Low BESS (vs. £3.40m competitive)</a:t>
            </a:r>
          </a:p>
        </p:txBody>
      </p:sp>
    </p:spTree>
    <p:extLst>
      <p:ext uri="{BB962C8B-B14F-4D97-AF65-F5344CB8AC3E}">
        <p14:creationId xmlns:p14="http://schemas.microsoft.com/office/powerpoint/2010/main" val="3703899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C4DA-B871-0FF1-4C3A-674613B3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71FBE0-44FD-2257-A796-4A69619DCF68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Energy Generation Mix: Structural Differences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4FE7FB7-4DEB-BAAA-0B3B-A2B1E843964F}"/>
              </a:ext>
            </a:extLst>
          </p:cNvPr>
          <p:cNvGrpSpPr/>
          <p:nvPr/>
        </p:nvGrpSpPr>
        <p:grpSpPr>
          <a:xfrm>
            <a:off x="137281" y="1158511"/>
            <a:ext cx="11917438" cy="4753638"/>
            <a:chOff x="137281" y="1158511"/>
            <a:chExt cx="11917438" cy="4753638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82308A8-ED5A-5A33-3833-00255828C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281" y="1158511"/>
              <a:ext cx="11917438" cy="4753638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9BFB408-9D56-C904-A623-9A5135EBC17F}"/>
                </a:ext>
              </a:extLst>
            </p:cNvPr>
            <p:cNvSpPr/>
            <p:nvPr/>
          </p:nvSpPr>
          <p:spPr>
            <a:xfrm>
              <a:off x="255181" y="1892595"/>
              <a:ext cx="2796363" cy="3189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BA10889-4DF5-5762-70FB-87488A5C4BBE}"/>
                </a:ext>
              </a:extLst>
            </p:cNvPr>
            <p:cNvSpPr/>
            <p:nvPr/>
          </p:nvSpPr>
          <p:spPr>
            <a:xfrm>
              <a:off x="4330992" y="1938669"/>
              <a:ext cx="2796363" cy="3189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6E2E2C4-6A63-3435-E008-DCD232BBE5A7}"/>
                </a:ext>
              </a:extLst>
            </p:cNvPr>
            <p:cNvSpPr/>
            <p:nvPr/>
          </p:nvSpPr>
          <p:spPr>
            <a:xfrm>
              <a:off x="8219438" y="1924493"/>
              <a:ext cx="2796363" cy="3189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A0BE9F4-4064-3F8C-683F-3342F23E6D19}"/>
                </a:ext>
              </a:extLst>
            </p:cNvPr>
            <p:cNvSpPr/>
            <p:nvPr/>
          </p:nvSpPr>
          <p:spPr>
            <a:xfrm>
              <a:off x="1241411" y="2483004"/>
              <a:ext cx="1240466" cy="3189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F8B69CC-A94D-0833-6E12-16242A136F9C}"/>
                </a:ext>
              </a:extLst>
            </p:cNvPr>
            <p:cNvSpPr/>
            <p:nvPr/>
          </p:nvSpPr>
          <p:spPr>
            <a:xfrm>
              <a:off x="5280003" y="2480414"/>
              <a:ext cx="1240466" cy="3189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443CE5E-BF68-8D81-3B8D-87629DD69A95}"/>
                </a:ext>
              </a:extLst>
            </p:cNvPr>
            <p:cNvSpPr/>
            <p:nvPr/>
          </p:nvSpPr>
          <p:spPr>
            <a:xfrm>
              <a:off x="8377153" y="2493633"/>
              <a:ext cx="1240466" cy="3057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42679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B2C4F-5815-DA7E-B341-7608FDC9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CD4D8E-0420-47B4-8CE9-64F72148F0F8}"/>
              </a:ext>
            </a:extLst>
          </p:cNvPr>
          <p:cNvSpPr txBox="1"/>
          <p:nvPr/>
        </p:nvSpPr>
        <p:spPr>
          <a:xfrm>
            <a:off x="1808479" y="227876"/>
            <a:ext cx="91366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Net Present Value &amp; Financial Robustness</a:t>
            </a:r>
          </a:p>
          <a:p>
            <a:pPr algn="ctr"/>
            <a:endParaRPr lang="en-GB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B5085-39E9-3BB2-3959-02B8B6119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38" y="1200360"/>
            <a:ext cx="6296904" cy="4925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06D770-8C18-07AD-41A0-A3878AFCD8CE}"/>
              </a:ext>
            </a:extLst>
          </p:cNvPr>
          <p:cNvSpPr txBox="1"/>
          <p:nvPr/>
        </p:nvSpPr>
        <p:spPr>
          <a:xfrm>
            <a:off x="7044954" y="1217628"/>
            <a:ext cx="4404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= Highest NPV(+)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689E9-3BD2-0CD7-6DF6-AACFC086E400}"/>
              </a:ext>
            </a:extLst>
          </p:cNvPr>
          <p:cNvSpPr txBox="1"/>
          <p:nvPr/>
        </p:nvSpPr>
        <p:spPr>
          <a:xfrm>
            <a:off x="7537269" y="755963"/>
            <a:ext cx="2094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E426B9F-1E0C-756C-E484-F5EC5A09A21C}"/>
              </a:ext>
            </a:extLst>
          </p:cNvPr>
          <p:cNvSpPr/>
          <p:nvPr/>
        </p:nvSpPr>
        <p:spPr>
          <a:xfrm>
            <a:off x="7054837" y="1524330"/>
            <a:ext cx="4770006" cy="904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under high H₂ — strongest private incentives. But accompanied by higher costs and residual emissions.</a:t>
            </a:r>
            <a:endParaRPr lang="en-US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2B2951E5-A958-9E8A-942D-3237168BDA3A}"/>
              </a:ext>
            </a:extLst>
          </p:cNvPr>
          <p:cNvSpPr/>
          <p:nvPr/>
        </p:nvSpPr>
        <p:spPr>
          <a:xfrm>
            <a:off x="7054837" y="2379221"/>
            <a:ext cx="38239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= Most Stable NPV</a:t>
            </a:r>
            <a:endParaRPr lang="en-US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9914821-EA0E-A260-1912-DC570EDF2EB9}"/>
              </a:ext>
            </a:extLst>
          </p:cNvPr>
          <p:cNvSpPr/>
          <p:nvPr/>
        </p:nvSpPr>
        <p:spPr>
          <a:xfrm>
            <a:off x="7054837" y="2773108"/>
            <a:ext cx="4779889" cy="1056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but consistent NPV(+) across all scenarios. Smallest NPV(−) in unprofitable conditions — greatest financial robustness.</a:t>
            </a:r>
            <a:endParaRPr lang="en-US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6345CB4C-419F-FB37-D4E9-A952962FD3A8}"/>
              </a:ext>
            </a:extLst>
          </p:cNvPr>
          <p:cNvSpPr/>
          <p:nvPr/>
        </p:nvSpPr>
        <p:spPr>
          <a:xfrm>
            <a:off x="7054837" y="3858769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Intermediate</a:t>
            </a:r>
            <a:endParaRPr lang="en-US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7519CDAF-54A0-4C38-38EC-5430A3996224}"/>
              </a:ext>
            </a:extLst>
          </p:cNvPr>
          <p:cNvSpPr/>
          <p:nvPr/>
        </p:nvSpPr>
        <p:spPr>
          <a:xfrm>
            <a:off x="7054836" y="4175424"/>
            <a:ext cx="4502161" cy="1116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NPV(+) higher than cooperative but lower than competitive in high H₂ scenarios. Confirms efficiency gains from central planning over market competition.</a:t>
            </a:r>
            <a:endParaRPr lang="en-US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28AB7D1D-376D-27B5-E53C-4AA4999BDF6E}"/>
              </a:ext>
            </a:extLst>
          </p:cNvPr>
          <p:cNvSpPr/>
          <p:nvPr/>
        </p:nvSpPr>
        <p:spPr>
          <a:xfrm>
            <a:off x="7147971" y="5425529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NPV gap for Coop.</a:t>
            </a:r>
            <a:endParaRPr lang="en-US" dirty="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D5DF72BB-594B-2CD3-0AD6-5FACFB7039A8}"/>
              </a:ext>
            </a:extLst>
          </p:cNvPr>
          <p:cNvSpPr/>
          <p:nvPr/>
        </p:nvSpPr>
        <p:spPr>
          <a:xfrm>
            <a:off x="7147971" y="5764337"/>
            <a:ext cx="4779888" cy="853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NPV deviation (+ to −) is smallest, meaning it best absorbs market downturns and requires least policy support.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24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C1309-3ECE-A0F2-6F6B-06D9C89D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D976558-8012-92D4-3DB6-5C18841F7F9E}"/>
              </a:ext>
            </a:extLst>
          </p:cNvPr>
          <p:cNvSpPr txBox="1"/>
          <p:nvPr/>
        </p:nvSpPr>
        <p:spPr>
          <a:xfrm>
            <a:off x="1808479" y="227876"/>
            <a:ext cx="91366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Shapley Value: Who Contributes and Who Needs Support?</a:t>
            </a:r>
          </a:p>
          <a:p>
            <a:pPr algn="ctr"/>
            <a:endParaRPr lang="en-GB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43D65F-EE09-4CA8-0969-ADD46378463B}"/>
              </a:ext>
            </a:extLst>
          </p:cNvPr>
          <p:cNvSpPr txBox="1"/>
          <p:nvPr/>
        </p:nvSpPr>
        <p:spPr>
          <a:xfrm>
            <a:off x="2553269" y="5832592"/>
            <a:ext cx="88025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Hydrogen technologies (G2G + P2G) are the primary value drivers of the system-wide coalition.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Gas+CCS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Biomass, and CHP technologies increase coalition cost and require targeted policy support.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D77C6-7A20-EF20-6F99-D77CAAA9C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15" y="1375136"/>
            <a:ext cx="5805346" cy="4432601"/>
          </a:xfrm>
          <a:prstGeom prst="rect">
            <a:avLst/>
          </a:prstGeom>
        </p:spPr>
      </p:pic>
      <p:pic>
        <p:nvPicPr>
          <p:cNvPr id="9" name="Picture 8" descr="The diagram illustrates the percentage contributions of various energy sources to a total value, with G2G and P2G having the highest contributions.&#10;&#10;AI-generated content may be incorrect.">
            <a:extLst>
              <a:ext uri="{FF2B5EF4-FFF2-40B4-BE49-F238E27FC236}">
                <a16:creationId xmlns:a16="http://schemas.microsoft.com/office/drawing/2014/main" id="{A1F2AE28-934D-AAE3-2DC4-6D6A24FA9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4" t="2763" r="1474"/>
          <a:stretch>
            <a:fillRect/>
          </a:stretch>
        </p:blipFill>
        <p:spPr>
          <a:xfrm>
            <a:off x="22086" y="1413925"/>
            <a:ext cx="6332576" cy="435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08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2CCDE-ADC0-A567-4486-2C1BA4C7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5">
            <a:extLst>
              <a:ext uri="{FF2B5EF4-FFF2-40B4-BE49-F238E27FC236}">
                <a16:creationId xmlns:a16="http://schemas.microsoft.com/office/drawing/2014/main" id="{FDF427F7-0B69-EF11-D122-2E020E3548F9}"/>
              </a:ext>
            </a:extLst>
          </p:cNvPr>
          <p:cNvSpPr/>
          <p:nvPr/>
        </p:nvSpPr>
        <p:spPr>
          <a:xfrm>
            <a:off x="4199350" y="4737138"/>
            <a:ext cx="3745697" cy="156345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3C542-A47F-7FC2-208C-FFF33D0A6B59}"/>
              </a:ext>
            </a:extLst>
          </p:cNvPr>
          <p:cNvSpPr txBox="1"/>
          <p:nvPr/>
        </p:nvSpPr>
        <p:spPr>
          <a:xfrm>
            <a:off x="1808479" y="227876"/>
            <a:ext cx="91366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Unprofitable Planning: Robustness Under Adverse Conditions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62BE4185-2C6B-324A-7E8C-2B4F4F721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632872"/>
              </p:ext>
            </p:extLst>
          </p:nvPr>
        </p:nvGraphicFramePr>
        <p:xfrm>
          <a:off x="488515" y="1958833"/>
          <a:ext cx="11498893" cy="2176272"/>
        </p:xfrm>
        <a:graphic>
          <a:graphicData uri="http://schemas.openxmlformats.org/drawingml/2006/table">
            <a:tbl>
              <a:tblPr/>
              <a:tblGrid>
                <a:gridCol w="2395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6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7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NPV (£bn)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Coop. NPV (£bn)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Bench. NPV (£bn)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Comp. CO₂ (t)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Coop. CO₂ (t)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Bench. CO₂ (t)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+25 GW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RES–High H₂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RES–Low H₂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H₂–Low BESS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B6C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−363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>
            <a:extLst>
              <a:ext uri="{FF2B5EF4-FFF2-40B4-BE49-F238E27FC236}">
                <a16:creationId xmlns:a16="http://schemas.microsoft.com/office/drawing/2014/main" id="{97BF8E85-3F4E-FBBE-FF96-D5C1754F643B}"/>
              </a:ext>
            </a:extLst>
          </p:cNvPr>
          <p:cNvSpPr/>
          <p:nvPr/>
        </p:nvSpPr>
        <p:spPr>
          <a:xfrm>
            <a:off x="812723" y="1163158"/>
            <a:ext cx="10877602" cy="753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Unprofitable prices: Electricity = £40/MWh | Hydrogen = £50/MWh | Gas = £15/MWh | CO₂ = £163/tCO₂ (fixed)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0084B74-35C0-AC86-442F-278F528DEFF9}"/>
              </a:ext>
            </a:extLst>
          </p:cNvPr>
          <p:cNvSpPr/>
          <p:nvPr/>
        </p:nvSpPr>
        <p:spPr>
          <a:xfrm>
            <a:off x="2166850" y="4177457"/>
            <a:ext cx="8778240" cy="642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shows deepest NPV losses; Benchmark is worst in High H₂–Low BESS.</a:t>
            </a:r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8460F3B1-62CD-8FFD-900B-64B5295FA30B}"/>
              </a:ext>
            </a:extLst>
          </p:cNvPr>
          <p:cNvSpPr/>
          <p:nvPr/>
        </p:nvSpPr>
        <p:spPr>
          <a:xfrm>
            <a:off x="225053" y="4712086"/>
            <a:ext cx="3745697" cy="156345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C4903DE6-909C-BDCD-5751-92EAC445654E}"/>
              </a:ext>
            </a:extLst>
          </p:cNvPr>
          <p:cNvSpPr/>
          <p:nvPr/>
        </p:nvSpPr>
        <p:spPr>
          <a:xfrm>
            <a:off x="225053" y="4712086"/>
            <a:ext cx="3760103" cy="2926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99425DE-49DF-7FEB-B905-4C89B307FCCA}"/>
              </a:ext>
            </a:extLst>
          </p:cNvPr>
          <p:cNvSpPr/>
          <p:nvPr/>
        </p:nvSpPr>
        <p:spPr>
          <a:xfrm>
            <a:off x="624004" y="471208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2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08B21FD-C563-20E8-DB1B-0BFAC54363E3}"/>
              </a:ext>
            </a:extLst>
          </p:cNvPr>
          <p:cNvSpPr/>
          <p:nvPr/>
        </p:nvSpPr>
        <p:spPr>
          <a:xfrm>
            <a:off x="345303" y="4779226"/>
            <a:ext cx="3537765" cy="167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deepest losses. Up to −£334bn. Residual CO₂ in High H₂–Low BESS (10,785 t). Market signals fail under adverse conditions.</a:t>
            </a:r>
            <a:endParaRPr lang="en-US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1647EC04-703F-0A85-41D1-08220A978DAB}"/>
              </a:ext>
            </a:extLst>
          </p:cNvPr>
          <p:cNvSpPr/>
          <p:nvPr/>
        </p:nvSpPr>
        <p:spPr>
          <a:xfrm>
            <a:off x="4177276" y="4701174"/>
            <a:ext cx="3745696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60F3B162-35A8-FB8D-9137-91B66AE241E4}"/>
              </a:ext>
            </a:extLst>
          </p:cNvPr>
          <p:cNvSpPr/>
          <p:nvPr/>
        </p:nvSpPr>
        <p:spPr>
          <a:xfrm>
            <a:off x="4678680" y="47246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</a:t>
            </a:r>
            <a:endParaRPr lang="en-US" sz="20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3C29DB0B-62B0-ACAB-F525-D79A31242A1D}"/>
              </a:ext>
            </a:extLst>
          </p:cNvPr>
          <p:cNvSpPr/>
          <p:nvPr/>
        </p:nvSpPr>
        <p:spPr>
          <a:xfrm>
            <a:off x="4221271" y="5094756"/>
            <a:ext cx="3740060" cy="1093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NPV losses in ALL scenarios. Zero CO₂ in 3/4 scenarios. Greatest financial robustness. Requires least policy support.</a:t>
            </a:r>
            <a:endParaRPr lang="en-US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EC740FEF-5792-49A3-8C49-7AEBC371F7A6}"/>
              </a:ext>
            </a:extLst>
          </p:cNvPr>
          <p:cNvSpPr/>
          <p:nvPr/>
        </p:nvSpPr>
        <p:spPr>
          <a:xfrm>
            <a:off x="8163526" y="4803241"/>
            <a:ext cx="3745697" cy="156345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2AEEDAE0-734A-51C4-9C0C-E7BB444ECB2A}"/>
              </a:ext>
            </a:extLst>
          </p:cNvPr>
          <p:cNvSpPr/>
          <p:nvPr/>
        </p:nvSpPr>
        <p:spPr>
          <a:xfrm>
            <a:off x="8412558" y="4676804"/>
            <a:ext cx="3643998" cy="18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performance. Worse than cooperative in High H₂–Low BESS (−£363bn). Still better than competitive in 3/4 scenarios.</a:t>
            </a:r>
            <a:endParaRPr lang="en-US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CFA435BC-D403-FE48-EE7F-01851D626959}"/>
              </a:ext>
            </a:extLst>
          </p:cNvPr>
          <p:cNvSpPr/>
          <p:nvPr/>
        </p:nvSpPr>
        <p:spPr>
          <a:xfrm>
            <a:off x="8160549" y="4693934"/>
            <a:ext cx="3745695" cy="32328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EE8A41FE-6F43-49AB-5875-24DE25037EA0}"/>
              </a:ext>
            </a:extLst>
          </p:cNvPr>
          <p:cNvSpPr/>
          <p:nvPr/>
        </p:nvSpPr>
        <p:spPr>
          <a:xfrm>
            <a:off x="9139198" y="468933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7987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73019-60D4-7BDE-133F-EC48FB2F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D86E38-037A-3201-EB2C-4460837C42A5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Policy Implications: Quantifying Required Support</a:t>
            </a: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AD7DA2AC-44C9-5F81-0092-1601A7CBB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91121"/>
              </p:ext>
            </p:extLst>
          </p:nvPr>
        </p:nvGraphicFramePr>
        <p:xfrm>
          <a:off x="430531" y="1273302"/>
          <a:ext cx="11761469" cy="2286000"/>
        </p:xfrm>
        <a:graphic>
          <a:graphicData uri="http://schemas.openxmlformats.org/drawingml/2006/table">
            <a:tbl>
              <a:tblPr/>
              <a:tblGrid>
                <a:gridCol w="171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0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5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40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+25GW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RES–High H₂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RES–Low H₂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H₂–Low BESS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Elec. support (GWh)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support – Elec (m£)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Unprofitable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Elec. support (GWh)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support – Elec (m£)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£0.82m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£2.16m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£0.73m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£1.30m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>
            <a:extLst>
              <a:ext uri="{FF2B5EF4-FFF2-40B4-BE49-F238E27FC236}">
                <a16:creationId xmlns:a16="http://schemas.microsoft.com/office/drawing/2014/main" id="{35C752ED-60F7-5FE4-9A47-85AAD33691BC}"/>
              </a:ext>
            </a:extLst>
          </p:cNvPr>
          <p:cNvSpPr/>
          <p:nvPr/>
        </p:nvSpPr>
        <p:spPr>
          <a:xfrm>
            <a:off x="434340" y="3522748"/>
            <a:ext cx="11361420" cy="720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Hydrogen technologies require zero support in all scenarios. Support for electricity technologies only under unprofitable conditions.</a:t>
            </a:r>
            <a:endParaRPr lang="en-US" sz="1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2EACC99-2824-1A54-1788-C48A0F20A6BC}"/>
              </a:ext>
            </a:extLst>
          </p:cNvPr>
          <p:cNvSpPr/>
          <p:nvPr/>
        </p:nvSpPr>
        <p:spPr>
          <a:xfrm>
            <a:off x="186690" y="4240530"/>
            <a:ext cx="11818620" cy="1988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 Profitable Prices</a:t>
            </a: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policy support needed for any technology in any scenario. The cooperative framework is self-sustaining under favourable market conditions (£100/MWh electricity, £150/MWh hydrogen).</a:t>
            </a:r>
          </a:p>
          <a:p>
            <a:endParaRPr lang="en-US" sz="600" dirty="0">
              <a:solidFill>
                <a:srgbClr val="1A2D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Unprofitable Prices</a:t>
            </a: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Electricity technologies require £0.73–2.16m in </a:t>
            </a:r>
            <a:r>
              <a:rPr lang="en-US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support. Hydrogen technologies require zero support — driven by hydrogen price sensitivity. High RES–High H₂ needs most (£2.16m).</a:t>
            </a:r>
          </a:p>
          <a:p>
            <a:endParaRPr lang="en-US" sz="600" dirty="0">
              <a:solidFill>
                <a:srgbClr val="1A2D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Design Principle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Shapley values identify exactly who needs support and by how much. This enables targeted subsidies 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grants) rather than broad, inefficient market interventions.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108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B650-4A2A-8859-885E-AB5FFB14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A99F76-E7AA-26EE-952C-D40BAB09005F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Sensitivity Analysis: Robustness of Findings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80235E-D6F5-752B-B5AF-C86DB8021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948167"/>
            <a:ext cx="5920241" cy="5122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B2B156-C66B-4D1C-04C3-823D68A7B3E5}"/>
              </a:ext>
            </a:extLst>
          </p:cNvPr>
          <p:cNvSpPr txBox="1"/>
          <p:nvPr/>
        </p:nvSpPr>
        <p:spPr>
          <a:xfrm>
            <a:off x="191453" y="1049301"/>
            <a:ext cx="60979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NPV &amp; ROI Sensitivity to Investment Horizon </a:t>
            </a:r>
            <a:endParaRPr lang="en-GB" sz="2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91593C4-A3F7-FBCA-A720-E3577A4E6137}"/>
              </a:ext>
            </a:extLst>
          </p:cNvPr>
          <p:cNvSpPr/>
          <p:nvPr/>
        </p:nvSpPr>
        <p:spPr>
          <a:xfrm>
            <a:off x="191453" y="1406369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Hydrogen technologies (G2G, P2G): Highest long-term NPV and ROI across all investment horizons. Dominant in profitable AND relatively resilient in unprofitable conditions.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Gas+CCS and Biomass: Negative NPV over entire 50-year horizon — confirm Shapley analysis, policy support required regardless of planning horizon.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Renewables (wind, solar, nuclear): Positive, stable ROI — lower than hydrogen but dependable long-term investments.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86263-EB41-DDA6-4D39-CF7A10DAA70A}"/>
              </a:ext>
            </a:extLst>
          </p:cNvPr>
          <p:cNvSpPr txBox="1"/>
          <p:nvPr/>
        </p:nvSpPr>
        <p:spPr>
          <a:xfrm>
            <a:off x="5660458" y="6118296"/>
            <a:ext cx="6372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i="0" u="none" strike="noStrike" baseline="0" dirty="0">
                <a:solidFill>
                  <a:srgbClr val="000000"/>
                </a:solidFill>
              </a:rPr>
              <a:t>(a)–(b) show NPV and ROI under the profitable planning, (c)–(d) correspond to the unprofitable planning,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316171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31177-76AB-C102-C2D1-2A959BF36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628777F-B0B6-791C-B1D3-79C5BA733052}"/>
              </a:ext>
            </a:extLst>
          </p:cNvPr>
          <p:cNvSpPr txBox="1"/>
          <p:nvPr/>
        </p:nvSpPr>
        <p:spPr>
          <a:xfrm>
            <a:off x="1808479" y="227876"/>
            <a:ext cx="9136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Sensitivity Analysis: Robustness of Findings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2F0105-DDB0-C36D-0DE0-07AC5A1A4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560" y="812651"/>
            <a:ext cx="6169823" cy="5408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066B3D-5556-D998-A824-606CFA7F9D0F}"/>
              </a:ext>
            </a:extLst>
          </p:cNvPr>
          <p:cNvSpPr txBox="1"/>
          <p:nvPr/>
        </p:nvSpPr>
        <p:spPr>
          <a:xfrm>
            <a:off x="5854560" y="6244180"/>
            <a:ext cx="6097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baseline="0" dirty="0">
                <a:solidFill>
                  <a:srgbClr val="000000"/>
                </a:solidFill>
              </a:rPr>
              <a:t>Sensitivity of net present value (NPV) to prices of (a) electricity, (b) hydrogen, (c) natural gas, and (d) CO2. 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267707-51C3-B0A5-2450-F1A1A4B24176}"/>
              </a:ext>
            </a:extLst>
          </p:cNvPr>
          <p:cNvSpPr txBox="1"/>
          <p:nvPr/>
        </p:nvSpPr>
        <p:spPr>
          <a:xfrm>
            <a:off x="-437654" y="1180256"/>
            <a:ext cx="60979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NPV Sensitivity to Commodity Prices </a:t>
            </a:r>
            <a:endParaRPr lang="en-US" sz="2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027E0FD-65E2-21E5-F690-BEF1D9889C47}"/>
              </a:ext>
            </a:extLst>
          </p:cNvPr>
          <p:cNvSpPr/>
          <p:nvPr/>
        </p:nvSpPr>
        <p:spPr>
          <a:xfrm>
            <a:off x="320040" y="1460826"/>
            <a:ext cx="5029200" cy="2614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Wind, solar, nuclear: Largely insensitive to commodity price volatility → low-risk investments.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Gas+CCS: Highly sensitive to both natural gas AND CO₂ prices → significant market risk.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P2G, G2P (hydrogen): Highly sensitive to electricity and hydrogen price ratio → need stable policy framework to de-risk.</a:t>
            </a:r>
            <a:endParaRPr lang="en-US" dirty="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3F16E392-36B6-7CD7-F6A2-CE2814A3340D}"/>
              </a:ext>
            </a:extLst>
          </p:cNvPr>
          <p:cNvSpPr/>
          <p:nvPr/>
        </p:nvSpPr>
        <p:spPr>
          <a:xfrm>
            <a:off x="182880" y="4446270"/>
            <a:ext cx="5303520" cy="1348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Overall: Hydrogen, nuclear, and renewables are economically robust. Gas+CCS, Biomass, and CHP are market-exposed and require targeted policy.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258649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A966-31A6-2A66-0716-B2634451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DBE797-3C49-A8BE-3379-BCC249F9D496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Key Observation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40C87-FC61-C098-1627-FEFBE3903167}"/>
              </a:ext>
            </a:extLst>
          </p:cNvPr>
          <p:cNvSpPr txBox="1"/>
          <p:nvPr/>
        </p:nvSpPr>
        <p:spPr>
          <a:xfrm>
            <a:off x="716279" y="1311080"/>
            <a:ext cx="1075944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/>
              <a:t>Under LOW hydrogen integration: competitive, cooperative, and benchmark frameworks all achieve net-zero feasibility with comparable results.</a:t>
            </a:r>
          </a:p>
          <a:p>
            <a:endParaRPr lang="en-GB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/>
              <a:t>Under HIGH hydrogen integration: cooperative planning delivers 57% lower operational costs and zero CO₂ vs. 8,161 tonnes under competition.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/>
              <a:t>Benchmark (central planning) provides intermediate outcomes; better than competition but less efficient and less robust than cooperation, particularly under adverse conditions.</a:t>
            </a:r>
          </a:p>
          <a:p>
            <a:endParaRPr lang="en-GB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/>
              <a:t>Hydrogen technologies (G2G, P2G) are the primary system value drivers; </a:t>
            </a:r>
            <a:r>
              <a:rPr lang="en-GB" sz="2000" dirty="0" err="1"/>
              <a:t>Gas+CCS</a:t>
            </a:r>
            <a:r>
              <a:rPr lang="en-GB" sz="2000" dirty="0"/>
              <a:t>, Biomass and CHP need policy support.</a:t>
            </a:r>
          </a:p>
          <a:p>
            <a:endParaRPr lang="en-GB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/>
              <a:t>Cooperative planning is most financially robust: smallest NPV losses under unprofitable conditions and lowest policy support requirement (£0.73–2.16m at peak demand).</a:t>
            </a:r>
          </a:p>
        </p:txBody>
      </p:sp>
    </p:spTree>
    <p:extLst>
      <p:ext uri="{BB962C8B-B14F-4D97-AF65-F5344CB8AC3E}">
        <p14:creationId xmlns:p14="http://schemas.microsoft.com/office/powerpoint/2010/main" val="3328542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6F83-8821-4401-C994-DEE66089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675383-3FDC-52CC-E3D3-849D1B5798E8}"/>
              </a:ext>
            </a:extLst>
          </p:cNvPr>
          <p:cNvSpPr txBox="1"/>
          <p:nvPr/>
        </p:nvSpPr>
        <p:spPr>
          <a:xfrm>
            <a:off x="1725584" y="1633893"/>
            <a:ext cx="8812876" cy="3744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r>
              <a:rPr lang="en-GB" sz="4000" b="1" dirty="0">
                <a:solidFill>
                  <a:schemeClr val="accent1">
                    <a:lumMod val="75000"/>
                  </a:schemeClr>
                </a:solidFill>
              </a:rPr>
              <a:t>Case Study 3: </a:t>
            </a:r>
          </a:p>
          <a:p>
            <a:pPr lvl="0" algn="ctr">
              <a:lnSpc>
                <a:spcPct val="115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r>
              <a:rPr lang="en-GB" sz="4000" b="1" dirty="0">
                <a:solidFill>
                  <a:schemeClr val="accent1">
                    <a:lumMod val="75000"/>
                  </a:schemeClr>
                </a:solidFill>
              </a:rPr>
              <a:t>From cooperative market design to targeted policy instruments: CO₂ pricing and Contracts for Difference</a:t>
            </a:r>
          </a:p>
          <a:p>
            <a:pPr lvl="0" algn="ctr">
              <a:lnSpc>
                <a:spcPct val="115000"/>
              </a:lnSpc>
              <a:spcBef>
                <a:spcPts val="600"/>
              </a:spcBef>
              <a:buSzPts val="1000"/>
              <a:tabLst>
                <a:tab pos="457200" algn="l"/>
              </a:tabLst>
            </a:pPr>
            <a:endParaRPr lang="en-GB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6B4C5-8D78-3C11-2FA5-E4A370C258FD}"/>
              </a:ext>
            </a:extLst>
          </p:cNvPr>
          <p:cNvSpPr txBox="1"/>
          <p:nvPr/>
        </p:nvSpPr>
        <p:spPr>
          <a:xfrm>
            <a:off x="2903220" y="5177790"/>
            <a:ext cx="71780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b="1" dirty="0">
                <a:solidFill>
                  <a:srgbClr val="FF0000"/>
                </a:solidFill>
              </a:rPr>
              <a:t>Under review </a:t>
            </a:r>
          </a:p>
        </p:txBody>
      </p:sp>
    </p:spTree>
    <p:extLst>
      <p:ext uri="{BB962C8B-B14F-4D97-AF65-F5344CB8AC3E}">
        <p14:creationId xmlns:p14="http://schemas.microsoft.com/office/powerpoint/2010/main" val="3343841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28F9-3D5A-9F52-8BD9-BB59C944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C237F326-25D1-895E-65DD-F7B158D4BAD2}"/>
              </a:ext>
            </a:extLst>
          </p:cNvPr>
          <p:cNvSpPr/>
          <p:nvPr/>
        </p:nvSpPr>
        <p:spPr>
          <a:xfrm>
            <a:off x="1808479" y="1008126"/>
            <a:ext cx="2834640" cy="43479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3A0F18B0-1266-7409-4764-ED33AD528271}"/>
              </a:ext>
            </a:extLst>
          </p:cNvPr>
          <p:cNvSpPr/>
          <p:nvPr/>
        </p:nvSpPr>
        <p:spPr>
          <a:xfrm>
            <a:off x="1808479" y="1008126"/>
            <a:ext cx="283464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6CAA2D8-0D7C-4BE6-C055-F2E2D0FB919C}"/>
              </a:ext>
            </a:extLst>
          </p:cNvPr>
          <p:cNvSpPr/>
          <p:nvPr/>
        </p:nvSpPr>
        <p:spPr>
          <a:xfrm>
            <a:off x="1808479" y="100812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Theory model</a:t>
            </a:r>
            <a:endParaRPr lang="en-US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FDBA45E-0A5A-A0B4-372C-04858279351A}"/>
              </a:ext>
            </a:extLst>
          </p:cNvPr>
          <p:cNvSpPr/>
          <p:nvPr/>
        </p:nvSpPr>
        <p:spPr>
          <a:xfrm>
            <a:off x="1918207" y="1712214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001049D3-9617-1384-D534-CBD88A3ED80D}"/>
              </a:ext>
            </a:extLst>
          </p:cNvPr>
          <p:cNvSpPr/>
          <p:nvPr/>
        </p:nvSpPr>
        <p:spPr>
          <a:xfrm>
            <a:off x="2082799" y="1575054"/>
            <a:ext cx="2450592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outperforms competition when hydrogen is deeply integrated</a:t>
            </a:r>
            <a:endParaRPr lang="en-US" sz="16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86F14B9-27DE-4A28-E1CE-633821614EC7}"/>
              </a:ext>
            </a:extLst>
          </p:cNvPr>
          <p:cNvSpPr/>
          <p:nvPr/>
        </p:nvSpPr>
        <p:spPr>
          <a:xfrm>
            <a:off x="1973071" y="2818638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27DD232-4AD2-7960-E863-B2987D092C3D}"/>
              </a:ext>
            </a:extLst>
          </p:cNvPr>
          <p:cNvSpPr/>
          <p:nvPr/>
        </p:nvSpPr>
        <p:spPr>
          <a:xfrm>
            <a:off x="2082799" y="269976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 identifies which technologies need support</a:t>
            </a:r>
            <a:endParaRPr lang="en-US" sz="16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9B7E8AC-6889-D225-7E89-ECA42206CA33}"/>
              </a:ext>
            </a:extLst>
          </p:cNvPr>
          <p:cNvSpPr/>
          <p:nvPr/>
        </p:nvSpPr>
        <p:spPr>
          <a:xfrm>
            <a:off x="1973071" y="3661051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68A8327-6599-E5CF-7BFD-0A1F37DF3E4C}"/>
              </a:ext>
            </a:extLst>
          </p:cNvPr>
          <p:cNvSpPr/>
          <p:nvPr/>
        </p:nvSpPr>
        <p:spPr>
          <a:xfrm>
            <a:off x="2082799" y="3529584"/>
            <a:ext cx="2450592" cy="8481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self-sustaining under favourable market prices</a:t>
            </a:r>
            <a:endParaRPr lang="en-US" sz="16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CFE3A55-6FC1-1A8C-C2A2-1D9A63C9F99F}"/>
              </a:ext>
            </a:extLst>
          </p:cNvPr>
          <p:cNvSpPr/>
          <p:nvPr/>
        </p:nvSpPr>
        <p:spPr>
          <a:xfrm>
            <a:off x="1918207" y="4610862"/>
            <a:ext cx="109728" cy="1097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D9FF2F80-F2AD-780E-24F2-3A4B9C5FC3F3}"/>
              </a:ext>
            </a:extLst>
          </p:cNvPr>
          <p:cNvSpPr/>
          <p:nvPr/>
        </p:nvSpPr>
        <p:spPr>
          <a:xfrm>
            <a:off x="2046223" y="4447435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cooperation breaks down when prices fall</a:t>
            </a:r>
            <a:endParaRPr lang="en-US" sz="16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DBEBBDE-8FAB-86E7-4AE7-BA2C6754004B}"/>
              </a:ext>
            </a:extLst>
          </p:cNvPr>
          <p:cNvSpPr/>
          <p:nvPr/>
        </p:nvSpPr>
        <p:spPr>
          <a:xfrm>
            <a:off x="7660639" y="1008126"/>
            <a:ext cx="2834640" cy="4347972"/>
          </a:xfrm>
          <a:prstGeom prst="rect">
            <a:avLst/>
          </a:prstGeom>
          <a:solidFill>
            <a:srgbClr val="FFFFFF"/>
          </a:solidFill>
          <a:ln w="12700">
            <a:solidFill>
              <a:srgbClr val="F4B9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9ECEB82-3497-1B80-1401-1B289E60D54C}"/>
              </a:ext>
            </a:extLst>
          </p:cNvPr>
          <p:cNvSpPr/>
          <p:nvPr/>
        </p:nvSpPr>
        <p:spPr>
          <a:xfrm>
            <a:off x="7660639" y="1008126"/>
            <a:ext cx="2834640" cy="47548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A8DCA60B-2A54-9F54-2407-42D799E9C689}"/>
              </a:ext>
            </a:extLst>
          </p:cNvPr>
          <p:cNvSpPr/>
          <p:nvPr/>
        </p:nvSpPr>
        <p:spPr>
          <a:xfrm>
            <a:off x="7660639" y="100812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Navigation</a:t>
            </a:r>
            <a:endParaRPr lang="en-US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0A13B9D-26ED-9B5E-E34E-91F27D929797}"/>
              </a:ext>
            </a:extLst>
          </p:cNvPr>
          <p:cNvSpPr/>
          <p:nvPr/>
        </p:nvSpPr>
        <p:spPr>
          <a:xfrm>
            <a:off x="7770367" y="1689354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F0A84840-A1E9-8C01-0691-7BDBAEB459E9}"/>
              </a:ext>
            </a:extLst>
          </p:cNvPr>
          <p:cNvSpPr/>
          <p:nvPr/>
        </p:nvSpPr>
        <p:spPr>
          <a:xfrm>
            <a:off x="7934959" y="1575054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same cooperative bi-level Shapley framework</a:t>
            </a:r>
            <a:endParaRPr lang="en-US" sz="160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8B26445E-7D44-E464-B74B-773F6FB034D9}"/>
              </a:ext>
            </a:extLst>
          </p:cNvPr>
          <p:cNvSpPr/>
          <p:nvPr/>
        </p:nvSpPr>
        <p:spPr>
          <a:xfrm>
            <a:off x="7779511" y="2388870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69E57C46-51C7-8A8F-813A-1F9CE05C1BE9}"/>
              </a:ext>
            </a:extLst>
          </p:cNvPr>
          <p:cNvSpPr/>
          <p:nvPr/>
        </p:nvSpPr>
        <p:spPr>
          <a:xfrm>
            <a:off x="7934959" y="227457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CO₂ pricing and CfD as explicit policy instruments</a:t>
            </a:r>
            <a:endParaRPr lang="en-US" sz="16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E8E339D-77CD-A802-A505-4362B5422D43}"/>
              </a:ext>
            </a:extLst>
          </p:cNvPr>
          <p:cNvSpPr/>
          <p:nvPr/>
        </p:nvSpPr>
        <p:spPr>
          <a:xfrm>
            <a:off x="7770367" y="3230119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4D50E31D-1698-33C8-1348-0F2C7F6760EB}"/>
              </a:ext>
            </a:extLst>
          </p:cNvPr>
          <p:cNvSpPr/>
          <p:nvPr/>
        </p:nvSpPr>
        <p:spPr>
          <a:xfrm>
            <a:off x="7907527" y="3145536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288 combinations across 4 scenario dimensions</a:t>
            </a:r>
            <a:endParaRPr lang="en-US" sz="1600" dirty="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669F33C-0D6A-E41C-A57E-A14B07792AE8}"/>
              </a:ext>
            </a:extLst>
          </p:cNvPr>
          <p:cNvSpPr/>
          <p:nvPr/>
        </p:nvSpPr>
        <p:spPr>
          <a:xfrm>
            <a:off x="7779511" y="4187952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FE0EC13D-3236-45F0-B6C0-B0B2E6A8B001}"/>
              </a:ext>
            </a:extLst>
          </p:cNvPr>
          <p:cNvSpPr/>
          <p:nvPr/>
        </p:nvSpPr>
        <p:spPr>
          <a:xfrm>
            <a:off x="7944103" y="4039362"/>
            <a:ext cx="2450592" cy="8183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optimal CO₂–CfD corridor to sustain cooperation</a:t>
            </a:r>
            <a:endParaRPr lang="en-US" sz="1600" dirty="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5B4321E2-DCE6-B1C9-0407-679D6B351A90}"/>
              </a:ext>
            </a:extLst>
          </p:cNvPr>
          <p:cNvSpPr/>
          <p:nvPr/>
        </p:nvSpPr>
        <p:spPr>
          <a:xfrm>
            <a:off x="4734559" y="3294126"/>
            <a:ext cx="2834640" cy="54864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E112198F-76A0-CA8F-44A7-059A5FC00909}"/>
              </a:ext>
            </a:extLst>
          </p:cNvPr>
          <p:cNvSpPr/>
          <p:nvPr/>
        </p:nvSpPr>
        <p:spPr>
          <a:xfrm>
            <a:off x="7454899" y="3112411"/>
            <a:ext cx="256032" cy="320040"/>
          </a:xfrm>
          <a:prstGeom prst="rtTriangle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AE4FAF6D-56FF-920B-82B6-01758A56304F}"/>
              </a:ext>
            </a:extLst>
          </p:cNvPr>
          <p:cNvSpPr/>
          <p:nvPr/>
        </p:nvSpPr>
        <p:spPr>
          <a:xfrm>
            <a:off x="4633975" y="3623311"/>
            <a:ext cx="2971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6CA8"/>
                </a:solidFill>
                <a:ea typeface="Calibri" pitchFamily="34" charset="-122"/>
                <a:cs typeface="Calibri" pitchFamily="34" charset="-120"/>
              </a:rPr>
              <a:t>The cooperative framework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B6CA8"/>
                </a:solidFill>
                <a:ea typeface="Calibri" pitchFamily="34" charset="-122"/>
                <a:cs typeface="Calibri" pitchFamily="34" charset="-120"/>
              </a:rPr>
              <a:t>→ What policy makes it work?</a:t>
            </a:r>
            <a:endParaRPr lang="en-US" dirty="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5B8B4F41-2D00-1C0A-F399-3EF818E592BA}"/>
              </a:ext>
            </a:extLst>
          </p:cNvPr>
          <p:cNvSpPr/>
          <p:nvPr/>
        </p:nvSpPr>
        <p:spPr>
          <a:xfrm>
            <a:off x="4670551" y="1282446"/>
            <a:ext cx="2971800" cy="10972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D795F10C-73B4-324E-0103-743C115D1DB2}"/>
              </a:ext>
            </a:extLst>
          </p:cNvPr>
          <p:cNvSpPr/>
          <p:nvPr/>
        </p:nvSpPr>
        <p:spPr>
          <a:xfrm>
            <a:off x="4633975" y="1332740"/>
            <a:ext cx="2971800" cy="18973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Key question to answer:</a:t>
            </a:r>
            <a:endParaRPr lang="en-US" b="1" dirty="0"/>
          </a:p>
          <a:p>
            <a:pPr marL="0" indent="0" algn="ctr">
              <a:buNone/>
            </a:pPr>
            <a:r>
              <a:rPr lang="en-US" i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Which combination of CO₂ price and CfD strike price keeps the cooperative system financially viable AND environmentally effective?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112FF0-42CC-7031-00C2-119CDC823160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From Market Structure to Policy Instruments</a:t>
            </a: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024B58E0-B9E0-8F8A-3D26-008ED3703214}"/>
              </a:ext>
            </a:extLst>
          </p:cNvPr>
          <p:cNvSpPr/>
          <p:nvPr/>
        </p:nvSpPr>
        <p:spPr>
          <a:xfrm>
            <a:off x="1527301" y="5486399"/>
            <a:ext cx="9144000" cy="764645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14D0274F-3025-7A75-71A3-6E29334A2533}"/>
              </a:ext>
            </a:extLst>
          </p:cNvPr>
          <p:cNvSpPr/>
          <p:nvPr/>
        </p:nvSpPr>
        <p:spPr>
          <a:xfrm>
            <a:off x="1527301" y="5520690"/>
            <a:ext cx="9144000" cy="7315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GB system | Same Shapley-based cooperative framework | Two policy instruments added: CO₂ price (0–500 £/tCO₂) and CfD (0–250 £/MWh) | 288 scenario combinations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91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99B7-0EFD-7351-4669-39AF61652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1DDCFABD-8D8A-E476-EA12-684BB296AFBA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The 288-Scenario Policy Space &amp; Interactive Navigator</a:t>
            </a: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87CE35E-09BE-02A6-E278-666AD27EF502}"/>
              </a:ext>
            </a:extLst>
          </p:cNvPr>
          <p:cNvSpPr/>
          <p:nvPr/>
        </p:nvSpPr>
        <p:spPr>
          <a:xfrm>
            <a:off x="7200900" y="1613773"/>
            <a:ext cx="373761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28E943B2-E7D5-7F21-04E5-EAFDE0BEC21A}"/>
              </a:ext>
            </a:extLst>
          </p:cNvPr>
          <p:cNvSpPr/>
          <p:nvPr/>
        </p:nvSpPr>
        <p:spPr>
          <a:xfrm>
            <a:off x="7200900" y="1613773"/>
            <a:ext cx="3737610" cy="34518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CABA9655-3408-E5B7-297A-FB97A0F2B0BC}"/>
              </a:ext>
            </a:extLst>
          </p:cNvPr>
          <p:cNvSpPr/>
          <p:nvPr/>
        </p:nvSpPr>
        <p:spPr>
          <a:xfrm>
            <a:off x="7475220" y="4917043"/>
            <a:ext cx="3200400" cy="592074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654AEF10-6FC4-3608-5069-91BAE57DC8D0}"/>
              </a:ext>
            </a:extLst>
          </p:cNvPr>
          <p:cNvSpPr/>
          <p:nvPr/>
        </p:nvSpPr>
        <p:spPr>
          <a:xfrm>
            <a:off x="7469505" y="4891897"/>
            <a:ext cx="32004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CO₂: 0–500 £/tCO₂ (6 levels) | CfD: 0–250 £/MWh (6 levels)</a:t>
            </a:r>
            <a:endParaRPr lang="en-US" sz="16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B02B6081-742F-3618-FE9A-489F55E722E5}"/>
              </a:ext>
            </a:extLst>
          </p:cNvPr>
          <p:cNvSpPr/>
          <p:nvPr/>
        </p:nvSpPr>
        <p:spPr>
          <a:xfrm>
            <a:off x="7692390" y="2171557"/>
            <a:ext cx="73152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CA13DE31-ACE5-5738-6306-4D359E5355C7}"/>
              </a:ext>
            </a:extLst>
          </p:cNvPr>
          <p:cNvSpPr/>
          <p:nvPr/>
        </p:nvSpPr>
        <p:spPr>
          <a:xfrm>
            <a:off x="7829550" y="2153269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CO₂ × CfD combinations</a:t>
            </a:r>
            <a:endParaRPr lang="en-US" sz="1600" dirty="0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1C1E009-6A01-B95C-8F18-547DEF15EEBA}"/>
              </a:ext>
            </a:extLst>
          </p:cNvPr>
          <p:cNvSpPr/>
          <p:nvPr/>
        </p:nvSpPr>
        <p:spPr>
          <a:xfrm>
            <a:off x="7856982" y="2701909"/>
            <a:ext cx="73152" cy="2560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DD27E021-455F-B9AB-F7C0-2D02BA75F64F}"/>
              </a:ext>
            </a:extLst>
          </p:cNvPr>
          <p:cNvSpPr/>
          <p:nvPr/>
        </p:nvSpPr>
        <p:spPr>
          <a:xfrm>
            <a:off x="7994142" y="2683621"/>
            <a:ext cx="2944368" cy="35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  CCS availability (With / Without)</a:t>
            </a:r>
            <a:endParaRPr lang="en-US" sz="1600" dirty="0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7ECAD341-D2BE-6B6E-A3E6-00915B7D702E}"/>
              </a:ext>
            </a:extLst>
          </p:cNvPr>
          <p:cNvSpPr/>
          <p:nvPr/>
        </p:nvSpPr>
        <p:spPr>
          <a:xfrm>
            <a:off x="8021574" y="3232261"/>
            <a:ext cx="73152" cy="256032"/>
          </a:xfrm>
          <a:prstGeom prst="rect">
            <a:avLst/>
          </a:prstGeom>
          <a:solidFill>
            <a:srgbClr val="00C6A7"/>
          </a:solidFill>
          <a:ln w="12700">
            <a:solidFill>
              <a:srgbClr val="00C6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0A2FE5C8-CB31-CCA2-6F09-52F790BAFAA3}"/>
              </a:ext>
            </a:extLst>
          </p:cNvPr>
          <p:cNvSpPr/>
          <p:nvPr/>
        </p:nvSpPr>
        <p:spPr>
          <a:xfrm>
            <a:off x="8158734" y="3213973"/>
            <a:ext cx="2779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  H₂ integration (High / Low)</a:t>
            </a:r>
            <a:endParaRPr lang="en-US" sz="16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26061985-CEFE-400E-8430-CA8F548C8792}"/>
              </a:ext>
            </a:extLst>
          </p:cNvPr>
          <p:cNvSpPr/>
          <p:nvPr/>
        </p:nvSpPr>
        <p:spPr>
          <a:xfrm>
            <a:off x="8186166" y="3762613"/>
            <a:ext cx="73152" cy="2560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FF485E33-D324-03A5-22DC-A94A9268A12A}"/>
              </a:ext>
            </a:extLst>
          </p:cNvPr>
          <p:cNvSpPr/>
          <p:nvPr/>
        </p:nvSpPr>
        <p:spPr>
          <a:xfrm>
            <a:off x="8323326" y="3744325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  Price level (High / Low)</a:t>
            </a:r>
            <a:endParaRPr lang="en-US" sz="1600" dirty="0"/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CF733E1D-2F93-D81F-CED3-CA9079625661}"/>
              </a:ext>
            </a:extLst>
          </p:cNvPr>
          <p:cNvSpPr/>
          <p:nvPr/>
        </p:nvSpPr>
        <p:spPr>
          <a:xfrm>
            <a:off x="7692390" y="4292965"/>
            <a:ext cx="73152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B113CC0E-CB7F-23F0-57C3-FBEFF4360C69}"/>
              </a:ext>
            </a:extLst>
          </p:cNvPr>
          <p:cNvSpPr/>
          <p:nvPr/>
        </p:nvSpPr>
        <p:spPr>
          <a:xfrm>
            <a:off x="7829550" y="4274677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288 policy outcomes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6546F9-EB69-1413-37B8-0D0DCA2D3119}"/>
              </a:ext>
            </a:extLst>
          </p:cNvPr>
          <p:cNvSpPr txBox="1"/>
          <p:nvPr/>
        </p:nvSpPr>
        <p:spPr>
          <a:xfrm>
            <a:off x="7469505" y="1588983"/>
            <a:ext cx="3320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Tree Structure</a:t>
            </a:r>
            <a:endParaRPr lang="en-US" sz="18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B1D12335-22CC-ED4E-77F0-10C4531DF3B3}"/>
              </a:ext>
            </a:extLst>
          </p:cNvPr>
          <p:cNvSpPr/>
          <p:nvPr/>
        </p:nvSpPr>
        <p:spPr>
          <a:xfrm>
            <a:off x="1661922" y="97456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tree-based grid search across CO₂ pricing, CfD support, CCS availability, H₂ demand, and price levels</a:t>
            </a:r>
            <a:endParaRPr lang="en-US" sz="1600" dirty="0"/>
          </a:p>
        </p:txBody>
      </p:sp>
      <p:pic>
        <p:nvPicPr>
          <p:cNvPr id="8" name="Picture 7" descr="The diagram illustrates a decision-making flowchart for energy policy, detailing the integration of CCS (Carbon Capture and Storage) and hydrogen levels under varying energy price scenarios, along with a set of metrics for analysis.&#10;&#10;AI-generated content may be incorrect.">
            <a:extLst>
              <a:ext uri="{FF2B5EF4-FFF2-40B4-BE49-F238E27FC236}">
                <a16:creationId xmlns:a16="http://schemas.microsoft.com/office/drawing/2014/main" id="{3519888A-F683-8E67-D380-AC23DE371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245" y="1344892"/>
            <a:ext cx="4225945" cy="491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04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CA01E-E453-3E15-A458-5595544F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ED69CA1C-E697-638E-2AA7-05019FA718A0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The 288-Scenario Policy Space &amp; Interactive Navigator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9AAF9-C038-AB61-C11C-AA9BC4BE5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857" y="1714775"/>
            <a:ext cx="5715798" cy="2457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07C2A2-C57A-3D6F-7997-2D7C8E4FD081}"/>
              </a:ext>
            </a:extLst>
          </p:cNvPr>
          <p:cNvSpPr txBox="1"/>
          <p:nvPr/>
        </p:nvSpPr>
        <p:spPr>
          <a:xfrm>
            <a:off x="1597342" y="4885323"/>
            <a:ext cx="9940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tool — no model re-runs needed. Pre-computed results loaded instantly.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controls: H₂ demand level, price environment, CCS availability.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</a:t>
            </a:r>
            <a:r>
              <a:rPr lang="en-US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CO₂ price (y-axis) vs </a:t>
            </a:r>
            <a:r>
              <a:rPr lang="en-US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level (x-axis).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CO₂ emissions, MACH, NPV, green H₂ ratio, total </a:t>
            </a:r>
            <a:r>
              <a:rPr lang="en-US" dirty="0" err="1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r>
              <a:rPr lang="en-US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cost.</a:t>
            </a:r>
            <a:endParaRPr lang="en-US" dirty="0"/>
          </a:p>
        </p:txBody>
      </p:sp>
      <p:sp>
        <p:nvSpPr>
          <p:cNvPr id="9" name="Text 38">
            <a:extLst>
              <a:ext uri="{FF2B5EF4-FFF2-40B4-BE49-F238E27FC236}">
                <a16:creationId xmlns:a16="http://schemas.microsoft.com/office/drawing/2014/main" id="{73954D8B-6FDC-AA06-4F6E-58324E117891}"/>
              </a:ext>
            </a:extLst>
          </p:cNvPr>
          <p:cNvSpPr/>
          <p:nvPr/>
        </p:nvSpPr>
        <p:spPr>
          <a:xfrm>
            <a:off x="6293109" y="1013450"/>
            <a:ext cx="4892040" cy="701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heatmaps? 3D surface plots obscure gradients and thresholds — heatmaps preserve quantitative detail and reveal policy interactions clearly.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109860-D529-95AF-E352-2E20DBF28BC8}"/>
              </a:ext>
            </a:extLst>
          </p:cNvPr>
          <p:cNvSpPr txBox="1"/>
          <p:nvPr/>
        </p:nvSpPr>
        <p:spPr>
          <a:xfrm>
            <a:off x="6032857" y="4172568"/>
            <a:ext cx="60979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0" i="0" u="none" strike="noStrike" baseline="0" dirty="0"/>
              <a:t>Visualisation comparison for marginal abatement cost of hydrogen sensitivity</a:t>
            </a:r>
          </a:p>
          <a:p>
            <a:pPr algn="ctr"/>
            <a:r>
              <a:rPr lang="en-GB" sz="1400" b="0" i="0" u="none" strike="noStrike" baseline="0" dirty="0"/>
              <a:t>under high demand and price without CCS.</a:t>
            </a:r>
            <a:endParaRPr lang="en-GB" sz="1400" dirty="0"/>
          </a:p>
        </p:txBody>
      </p:sp>
      <p:pic>
        <p:nvPicPr>
          <p:cNvPr id="4" name="Picture 3" descr="The image displays a results navigator screen, showcasing various data points related to carbon capture and storage (CCS), hydrogen pricing, and abatement costs, along with a heatmap for marginal abatement costs.&#10;&#10;AI-generated content may be incorrect.">
            <a:extLst>
              <a:ext uri="{FF2B5EF4-FFF2-40B4-BE49-F238E27FC236}">
                <a16:creationId xmlns:a16="http://schemas.microsoft.com/office/drawing/2014/main" id="{FA1EEBBC-B8F3-6F23-CFC8-9684BCF0E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28" y="1455812"/>
            <a:ext cx="5075120" cy="27716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75011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543B-3F66-63D6-5CDC-FBD1F1F8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6A6EEFF-6ADA-36C8-0697-1F770B52DAD3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CO₂ Emissions: Carbon Pricing Works — But Has Limits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4C83CD8-7B24-3C4F-A26D-05D211292942}"/>
              </a:ext>
            </a:extLst>
          </p:cNvPr>
          <p:cNvSpPr/>
          <p:nvPr/>
        </p:nvSpPr>
        <p:spPr>
          <a:xfrm>
            <a:off x="781812" y="804089"/>
            <a:ext cx="10842498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H₂ integration scenarios without CCS | Baseline (no policy): 3,014 tCO₂ (high price), 3,824 tCO₂ (low price)</a:t>
            </a:r>
            <a:endParaRPr lang="en-US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D92565D-FC8A-A930-BB94-CA00675A4B7D}"/>
              </a:ext>
            </a:extLst>
          </p:cNvPr>
          <p:cNvSpPr/>
          <p:nvPr/>
        </p:nvSpPr>
        <p:spPr>
          <a:xfrm>
            <a:off x="1622169" y="1540181"/>
            <a:ext cx="4297680" cy="49149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F442D1F-4663-89AA-9786-032B2713E683}"/>
              </a:ext>
            </a:extLst>
          </p:cNvPr>
          <p:cNvSpPr/>
          <p:nvPr/>
        </p:nvSpPr>
        <p:spPr>
          <a:xfrm>
            <a:off x="1439289" y="1563019"/>
            <a:ext cx="4297680" cy="468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Price | Emissions (tCO₂) | CO₂ price rows (£/tCO₂) | CfD cols (£/MWh)</a:t>
            </a:r>
            <a:endParaRPr lang="en-US" sz="1400" dirty="0"/>
          </a:p>
        </p:txBody>
      </p:sp>
      <p:sp>
        <p:nvSpPr>
          <p:cNvPr id="14" name="Shape 104">
            <a:extLst>
              <a:ext uri="{FF2B5EF4-FFF2-40B4-BE49-F238E27FC236}">
                <a16:creationId xmlns:a16="http://schemas.microsoft.com/office/drawing/2014/main" id="{36963232-E1AD-4234-F08F-63DD0002858D}"/>
              </a:ext>
            </a:extLst>
          </p:cNvPr>
          <p:cNvSpPr/>
          <p:nvPr/>
        </p:nvSpPr>
        <p:spPr>
          <a:xfrm>
            <a:off x="6582650" y="1563019"/>
            <a:ext cx="4297680" cy="491489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05">
            <a:extLst>
              <a:ext uri="{FF2B5EF4-FFF2-40B4-BE49-F238E27FC236}">
                <a16:creationId xmlns:a16="http://schemas.microsoft.com/office/drawing/2014/main" id="{088A455E-BC61-F89A-9C98-31753D16F3FA}"/>
              </a:ext>
            </a:extLst>
          </p:cNvPr>
          <p:cNvSpPr/>
          <p:nvPr/>
        </p:nvSpPr>
        <p:spPr>
          <a:xfrm>
            <a:off x="6581026" y="1547101"/>
            <a:ext cx="4297680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 Price | Emissions (tCO₂) | CO₂ price rows (£/tCO₂) | CfD cols (£/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MhW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B8DDED-7D3E-BCD3-F5E5-2BBC0906A1D9}"/>
              </a:ext>
            </a:extLst>
          </p:cNvPr>
          <p:cNvSpPr txBox="1"/>
          <p:nvPr/>
        </p:nvSpPr>
        <p:spPr>
          <a:xfrm>
            <a:off x="3484368" y="5546410"/>
            <a:ext cx="609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baseline="0" dirty="0"/>
              <a:t>CO2 emissions comparison for high hydrogen integration scenarios without CCS</a:t>
            </a:r>
            <a:endParaRPr lang="en-GB" sz="1400" dirty="0"/>
          </a:p>
        </p:txBody>
      </p:sp>
      <p:sp>
        <p:nvSpPr>
          <p:cNvPr id="20" name="Shape 204">
            <a:extLst>
              <a:ext uri="{FF2B5EF4-FFF2-40B4-BE49-F238E27FC236}">
                <a16:creationId xmlns:a16="http://schemas.microsoft.com/office/drawing/2014/main" id="{3D1BC92C-A5B2-A695-2F67-E56CB95D91D1}"/>
              </a:ext>
            </a:extLst>
          </p:cNvPr>
          <p:cNvSpPr/>
          <p:nvPr/>
        </p:nvSpPr>
        <p:spPr>
          <a:xfrm>
            <a:off x="2846070" y="5948355"/>
            <a:ext cx="8778240" cy="638076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205">
            <a:extLst>
              <a:ext uri="{FF2B5EF4-FFF2-40B4-BE49-F238E27FC236}">
                <a16:creationId xmlns:a16="http://schemas.microsoft.com/office/drawing/2014/main" id="{D46F9C49-ADAD-8E39-81C0-FAC9F7579D1E}"/>
              </a:ext>
            </a:extLst>
          </p:cNvPr>
          <p:cNvSpPr/>
          <p:nvPr/>
        </p:nvSpPr>
        <p:spPr>
          <a:xfrm>
            <a:off x="2846070" y="600552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CO₂=300 → 66% reduction (high price). </a:t>
            </a:r>
            <a:r>
              <a:rPr lang="en-US" sz="16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⚠ CO₂≥400: emissions can rebound without CfD ≥ 200 £/MWh.  </a:t>
            </a:r>
            <a:r>
              <a:rPr lang="en-US" sz="1600" dirty="0">
                <a:solidFill>
                  <a:srgbClr val="4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price: CfD at £100 + CO₂ £400 achieves 847 tCO₂ — best result.</a:t>
            </a:r>
            <a:endParaRPr lang="en-US" sz="1600" dirty="0"/>
          </a:p>
        </p:txBody>
      </p:sp>
      <p:pic>
        <p:nvPicPr>
          <p:cNvPr id="9" name="Picture 8" descr="The image is a table showing CO2 emission data, carbon prices, and CfD (Clean Fuel Directive) pricing, with some negative values indicating potential savings or subsidies.&#10;&#10;AI-generated content may be incorrect.">
            <a:extLst>
              <a:ext uri="{FF2B5EF4-FFF2-40B4-BE49-F238E27FC236}">
                <a16:creationId xmlns:a16="http://schemas.microsoft.com/office/drawing/2014/main" id="{6F3A9F5A-68BC-28B0-3961-1470ACFD8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011" y="2054508"/>
            <a:ext cx="4847711" cy="3428990"/>
          </a:xfrm>
          <a:prstGeom prst="rect">
            <a:avLst/>
          </a:prstGeom>
        </p:spPr>
      </p:pic>
      <p:pic>
        <p:nvPicPr>
          <p:cNvPr id="13" name="Picture 12" descr="The image is a data table showing the prices of CO2 and CfD (Carbon Feedstock Dioxide) per metric tons and per megawatt-hour, respectively, for various quantities of CO2 emissions.&#10;&#10;AI-generated content may be incorrect.">
            <a:extLst>
              <a:ext uri="{FF2B5EF4-FFF2-40B4-BE49-F238E27FC236}">
                <a16:creationId xmlns:a16="http://schemas.microsoft.com/office/drawing/2014/main" id="{1B5D4DD3-5FD7-C850-5BCE-43E10B15F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32" y="2070336"/>
            <a:ext cx="4847711" cy="342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805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F5C8-63CC-924E-5783-8CA363F0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88C37EC3-AC5F-5EF6-2EC6-2E2C6279FFC7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Hydrogen Production Cost &amp; Green H₂ Dominance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0FEEF-5DD4-E024-3119-4A3821474A49}"/>
              </a:ext>
            </a:extLst>
          </p:cNvPr>
          <p:cNvSpPr txBox="1"/>
          <p:nvPr/>
        </p:nvSpPr>
        <p:spPr>
          <a:xfrm>
            <a:off x="2354580" y="5636639"/>
            <a:ext cx="6938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0" i="0" u="none" strike="noStrike" baseline="0" dirty="0"/>
              <a:t>Marginal cost of hydrogen comparison for high hydrogen integration scenarios without CCS</a:t>
            </a:r>
            <a:endParaRPr lang="en-GB" sz="14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0F3D07C-B230-532B-FDA0-4F5834EBA20F}"/>
              </a:ext>
            </a:extLst>
          </p:cNvPr>
          <p:cNvSpPr/>
          <p:nvPr/>
        </p:nvSpPr>
        <p:spPr>
          <a:xfrm>
            <a:off x="1957068" y="1472003"/>
            <a:ext cx="3609341" cy="4686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F1962EE-61E8-6AB6-DD8D-1D3ADAC4E9EF}"/>
              </a:ext>
            </a:extLst>
          </p:cNvPr>
          <p:cNvSpPr/>
          <p:nvPr/>
        </p:nvSpPr>
        <p:spPr>
          <a:xfrm>
            <a:off x="1526381" y="1439226"/>
            <a:ext cx="4297680" cy="468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Price</a:t>
            </a:r>
            <a:endParaRPr lang="en-US" sz="1400" dirty="0"/>
          </a:p>
        </p:txBody>
      </p:sp>
      <p:sp>
        <p:nvSpPr>
          <p:cNvPr id="6" name="Shape 104">
            <a:extLst>
              <a:ext uri="{FF2B5EF4-FFF2-40B4-BE49-F238E27FC236}">
                <a16:creationId xmlns:a16="http://schemas.microsoft.com/office/drawing/2014/main" id="{1D29E916-5426-AA8F-EA5F-C0BDD1681F8F}"/>
              </a:ext>
            </a:extLst>
          </p:cNvPr>
          <p:cNvSpPr/>
          <p:nvPr/>
        </p:nvSpPr>
        <p:spPr>
          <a:xfrm>
            <a:off x="6978953" y="1467017"/>
            <a:ext cx="3686666" cy="491489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105">
            <a:extLst>
              <a:ext uri="{FF2B5EF4-FFF2-40B4-BE49-F238E27FC236}">
                <a16:creationId xmlns:a16="http://schemas.microsoft.com/office/drawing/2014/main" id="{31D6BC7D-71F6-09C9-8C21-7486C917E403}"/>
              </a:ext>
            </a:extLst>
          </p:cNvPr>
          <p:cNvSpPr/>
          <p:nvPr/>
        </p:nvSpPr>
        <p:spPr>
          <a:xfrm>
            <a:off x="6978953" y="1459249"/>
            <a:ext cx="3425205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 Price</a:t>
            </a:r>
            <a:endParaRPr lang="en-US" sz="1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DDEFD32-9E73-1061-0D0B-2C1132B97194}"/>
              </a:ext>
            </a:extLst>
          </p:cNvPr>
          <p:cNvSpPr/>
          <p:nvPr/>
        </p:nvSpPr>
        <p:spPr>
          <a:xfrm>
            <a:off x="992505" y="815754"/>
            <a:ext cx="10666629" cy="58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pricing raises the cost of grey hydrogen and shifts production to green electrolysis | CfD does not affect marginal cost</a:t>
            </a:r>
            <a:endParaRPr lang="en-US" sz="1600" i="1" dirty="0"/>
          </a:p>
        </p:txBody>
      </p:sp>
      <p:sp>
        <p:nvSpPr>
          <p:cNvPr id="9" name="Text 49">
            <a:extLst>
              <a:ext uri="{FF2B5EF4-FFF2-40B4-BE49-F238E27FC236}">
                <a16:creationId xmlns:a16="http://schemas.microsoft.com/office/drawing/2014/main" id="{7D073A84-D7A9-062C-71F0-E09F3C6D4BAC}"/>
              </a:ext>
            </a:extLst>
          </p:cNvPr>
          <p:cNvSpPr/>
          <p:nvPr/>
        </p:nvSpPr>
        <p:spPr>
          <a:xfrm>
            <a:off x="2880359" y="6028970"/>
            <a:ext cx="7280911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i="1" dirty="0" err="1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r>
              <a:rPr lang="en-US" i="1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 affect marginal cost — it is a revenue instrument, not a cost instrument.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3FE797-E4AA-C19B-B347-72BCC8322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613" y="1973432"/>
            <a:ext cx="5052328" cy="3584847"/>
          </a:xfrm>
          <a:prstGeom prst="rect">
            <a:avLst/>
          </a:prstGeom>
        </p:spPr>
      </p:pic>
      <p:pic>
        <p:nvPicPr>
          <p:cNvPr id="13" name="Picture 12" descr="The image is a color-coded grid representing the prices of CfD (Contract for Difference) per megawatt-hour (MWh) at various energy prices.&#10;&#10;AI-generated content may be incorrect.">
            <a:extLst>
              <a:ext uri="{FF2B5EF4-FFF2-40B4-BE49-F238E27FC236}">
                <a16:creationId xmlns:a16="http://schemas.microsoft.com/office/drawing/2014/main" id="{526CB93E-A161-D579-AA1F-1E7AA4A82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814" y="1985304"/>
            <a:ext cx="4973714" cy="358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72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948E6-7793-A4E7-4FD8-ED6CFABB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96D8684-821B-70CA-34F3-FD5A4A4DC102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Hydrogen Production Cost &amp; Green H₂ Dominance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ED006F5-FF51-5309-ECBD-6FEE05546B11}"/>
              </a:ext>
            </a:extLst>
          </p:cNvPr>
          <p:cNvSpPr/>
          <p:nvPr/>
        </p:nvSpPr>
        <p:spPr>
          <a:xfrm>
            <a:off x="2654298" y="1483433"/>
            <a:ext cx="3609341" cy="4686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5BCDF83-6A84-80E1-1EED-21D5A4A62560}"/>
              </a:ext>
            </a:extLst>
          </p:cNvPr>
          <p:cNvSpPr/>
          <p:nvPr/>
        </p:nvSpPr>
        <p:spPr>
          <a:xfrm>
            <a:off x="2223611" y="1450656"/>
            <a:ext cx="4297680" cy="468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Price</a:t>
            </a:r>
            <a:endParaRPr lang="en-US" sz="1400" dirty="0"/>
          </a:p>
        </p:txBody>
      </p:sp>
      <p:sp>
        <p:nvSpPr>
          <p:cNvPr id="6" name="Shape 104">
            <a:extLst>
              <a:ext uri="{FF2B5EF4-FFF2-40B4-BE49-F238E27FC236}">
                <a16:creationId xmlns:a16="http://schemas.microsoft.com/office/drawing/2014/main" id="{38FD5143-793D-CC74-B710-F819E4CFF064}"/>
              </a:ext>
            </a:extLst>
          </p:cNvPr>
          <p:cNvSpPr/>
          <p:nvPr/>
        </p:nvSpPr>
        <p:spPr>
          <a:xfrm>
            <a:off x="7446155" y="1451714"/>
            <a:ext cx="3686666" cy="491489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105">
            <a:extLst>
              <a:ext uri="{FF2B5EF4-FFF2-40B4-BE49-F238E27FC236}">
                <a16:creationId xmlns:a16="http://schemas.microsoft.com/office/drawing/2014/main" id="{CDDADFD0-DD8B-34BE-47DC-95B5915E2643}"/>
              </a:ext>
            </a:extLst>
          </p:cNvPr>
          <p:cNvSpPr/>
          <p:nvPr/>
        </p:nvSpPr>
        <p:spPr>
          <a:xfrm>
            <a:off x="7623809" y="1345985"/>
            <a:ext cx="3425205" cy="565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 Price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D5972-255D-A968-AE2E-FB2354A74674}"/>
              </a:ext>
            </a:extLst>
          </p:cNvPr>
          <p:cNvSpPr txBox="1"/>
          <p:nvPr/>
        </p:nvSpPr>
        <p:spPr>
          <a:xfrm>
            <a:off x="3746183" y="5735135"/>
            <a:ext cx="609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baseline="0" dirty="0"/>
              <a:t>Green H2 ratio comparison for high hydrogen demand scenarios without CCS</a:t>
            </a:r>
            <a:endParaRPr lang="en-GB" sz="1400" dirty="0"/>
          </a:p>
        </p:txBody>
      </p:sp>
      <p:sp>
        <p:nvSpPr>
          <p:cNvPr id="15" name="Text 94">
            <a:extLst>
              <a:ext uri="{FF2B5EF4-FFF2-40B4-BE49-F238E27FC236}">
                <a16:creationId xmlns:a16="http://schemas.microsoft.com/office/drawing/2014/main" id="{5766812F-53FE-A047-9322-8FFFBF44B574}"/>
              </a:ext>
            </a:extLst>
          </p:cNvPr>
          <p:cNvSpPr/>
          <p:nvPr/>
        </p:nvSpPr>
        <p:spPr>
          <a:xfrm>
            <a:off x="3235959" y="6081484"/>
            <a:ext cx="75311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has no effect on green H₂ ratio — CO₂ pricing is the sole driver of production mix.</a:t>
            </a:r>
            <a:endParaRPr lang="en-US" sz="1600" dirty="0"/>
          </a:p>
        </p:txBody>
      </p:sp>
      <p:sp>
        <p:nvSpPr>
          <p:cNvPr id="16" name="Text 53">
            <a:extLst>
              <a:ext uri="{FF2B5EF4-FFF2-40B4-BE49-F238E27FC236}">
                <a16:creationId xmlns:a16="http://schemas.microsoft.com/office/drawing/2014/main" id="{A7CC9C94-A2FD-818E-9EC2-D5600E81D495}"/>
              </a:ext>
            </a:extLst>
          </p:cNvPr>
          <p:cNvSpPr/>
          <p:nvPr/>
        </p:nvSpPr>
        <p:spPr>
          <a:xfrm>
            <a:off x="166925" y="1473476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≥200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£/tCO₂</a:t>
            </a:r>
            <a:endParaRPr lang="en-US" sz="3800" dirty="0"/>
          </a:p>
        </p:txBody>
      </p:sp>
      <p:sp>
        <p:nvSpPr>
          <p:cNvPr id="17" name="Text 54">
            <a:extLst>
              <a:ext uri="{FF2B5EF4-FFF2-40B4-BE49-F238E27FC236}">
                <a16:creationId xmlns:a16="http://schemas.microsoft.com/office/drawing/2014/main" id="{551A4662-981F-BD8F-AE3E-69766570A5AF}"/>
              </a:ext>
            </a:extLst>
          </p:cNvPr>
          <p:cNvSpPr/>
          <p:nvPr/>
        </p:nvSpPr>
        <p:spPr>
          <a:xfrm>
            <a:off x="157877" y="2753636"/>
            <a:ext cx="2021350" cy="2010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minimum CO₂ price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required for green H₂ to exceed 50% of total H₂ production</a:t>
            </a:r>
            <a:endParaRPr lang="en-US" b="1" dirty="0"/>
          </a:p>
        </p:txBody>
      </p:sp>
      <p:pic>
        <p:nvPicPr>
          <p:cNvPr id="3" name="Picture 2" descr="The image is a table displaying various numerical values, likely representing data points such as CO2 prices, green H2 ratios, and other energy-related metrics, with some values showing negative or zero, indicating potential costs or absence of data.&#10;&#10;AI-generated content may be incorrect.">
            <a:extLst>
              <a:ext uri="{FF2B5EF4-FFF2-40B4-BE49-F238E27FC236}">
                <a16:creationId xmlns:a16="http://schemas.microsoft.com/office/drawing/2014/main" id="{2DD1BC51-C177-F7F5-3F44-3DD150FB8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384" y="1977744"/>
            <a:ext cx="4606208" cy="3295655"/>
          </a:xfrm>
          <a:prstGeom prst="rect">
            <a:avLst/>
          </a:prstGeom>
        </p:spPr>
      </p:pic>
      <p:pic>
        <p:nvPicPr>
          <p:cNvPr id="9" name="Picture 8" descr="The image is a table presenting a comparison between the cost of CO2 emissions (in ￂﾣ/tCO2) and CfD (Clean Fuel Directive) energy prices (in ￂﾣ/MWh) across different levels of H2 (hydrogen) ratio, showing various price points for different CO2 emission levels.&#10;&#10;AI-generated content may be incorrect.">
            <a:extLst>
              <a:ext uri="{FF2B5EF4-FFF2-40B4-BE49-F238E27FC236}">
                <a16:creationId xmlns:a16="http://schemas.microsoft.com/office/drawing/2014/main" id="{B4B14527-5A7E-90CC-30CA-D3ED4D7E9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638" y="1990824"/>
            <a:ext cx="4639497" cy="328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297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CC4E-32F3-BC7B-C378-BAE810330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C93EAC2D-9C5A-4250-7E14-B3770FCB57F6}"/>
              </a:ext>
            </a:extLst>
          </p:cNvPr>
          <p:cNvSpPr txBox="1"/>
          <p:nvPr/>
        </p:nvSpPr>
        <p:spPr>
          <a:xfrm>
            <a:off x="1808479" y="227876"/>
            <a:ext cx="99401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Recommended Policy Corridor: Balancing All Three Objectives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3DAE9703-EF60-3CAC-4954-6024B28A20ED}"/>
              </a:ext>
            </a:extLst>
          </p:cNvPr>
          <p:cNvSpPr/>
          <p:nvPr/>
        </p:nvSpPr>
        <p:spPr>
          <a:xfrm>
            <a:off x="525780" y="1298448"/>
            <a:ext cx="1136142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ADB823-7957-13D8-AB74-DC5FB722D968}"/>
              </a:ext>
            </a:extLst>
          </p:cNvPr>
          <p:cNvSpPr/>
          <p:nvPr/>
        </p:nvSpPr>
        <p:spPr>
          <a:xfrm>
            <a:off x="548641" y="1291378"/>
            <a:ext cx="1114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= (Cost_policy − Cost_baseline) ÷ (Emissions_baseline − Emissions_policy)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Baseline: CO₂=0, CfD=0  |  Units: £/tCO₂</a:t>
            </a:r>
            <a:endParaRPr lang="en-US" sz="1600" dirty="0"/>
          </a:p>
        </p:txBody>
      </p:sp>
      <p:sp>
        <p:nvSpPr>
          <p:cNvPr id="102" name="Shape 4">
            <a:extLst>
              <a:ext uri="{FF2B5EF4-FFF2-40B4-BE49-F238E27FC236}">
                <a16:creationId xmlns:a16="http://schemas.microsoft.com/office/drawing/2014/main" id="{994F553A-3413-F7DB-0231-8F9C51C84D6D}"/>
              </a:ext>
            </a:extLst>
          </p:cNvPr>
          <p:cNvSpPr/>
          <p:nvPr/>
        </p:nvSpPr>
        <p:spPr>
          <a:xfrm>
            <a:off x="1506474" y="1965960"/>
            <a:ext cx="8778240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85240B9C-7F7D-3229-02CB-E88B353E35FA}"/>
              </a:ext>
            </a:extLst>
          </p:cNvPr>
          <p:cNvSpPr/>
          <p:nvPr/>
        </p:nvSpPr>
        <p:spPr>
          <a:xfrm>
            <a:off x="1506474" y="196596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D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POLICY CORRIDOR</a:t>
            </a:r>
            <a:endParaRPr lang="en-US" dirty="0"/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18E99AD1-6DC7-D398-FE2E-47D51AC3FB28}"/>
              </a:ext>
            </a:extLst>
          </p:cNvPr>
          <p:cNvSpPr/>
          <p:nvPr/>
        </p:nvSpPr>
        <p:spPr>
          <a:xfrm>
            <a:off x="2237994" y="2368296"/>
            <a:ext cx="3108960" cy="7498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7">
            <a:extLst>
              <a:ext uri="{FF2B5EF4-FFF2-40B4-BE49-F238E27FC236}">
                <a16:creationId xmlns:a16="http://schemas.microsoft.com/office/drawing/2014/main" id="{AB8D7894-8AAD-357A-DF37-E6E9DE65B7DA}"/>
              </a:ext>
            </a:extLst>
          </p:cNvPr>
          <p:cNvSpPr/>
          <p:nvPr/>
        </p:nvSpPr>
        <p:spPr>
          <a:xfrm>
            <a:off x="2237994" y="236829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Price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200–300 £/tCO₂</a:t>
            </a:r>
            <a:endParaRPr lang="en-US" sz="1800" dirty="0"/>
          </a:p>
        </p:txBody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34B3E657-DF11-6857-436D-22452EF7D62B}"/>
              </a:ext>
            </a:extLst>
          </p:cNvPr>
          <p:cNvSpPr/>
          <p:nvPr/>
        </p:nvSpPr>
        <p:spPr>
          <a:xfrm>
            <a:off x="5438394" y="2368296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07" name="Shape 9">
            <a:extLst>
              <a:ext uri="{FF2B5EF4-FFF2-40B4-BE49-F238E27FC236}">
                <a16:creationId xmlns:a16="http://schemas.microsoft.com/office/drawing/2014/main" id="{C624F880-1BE4-9FBE-C007-5914AA594B3C}"/>
              </a:ext>
            </a:extLst>
          </p:cNvPr>
          <p:cNvSpPr/>
          <p:nvPr/>
        </p:nvSpPr>
        <p:spPr>
          <a:xfrm>
            <a:off x="6261354" y="2368296"/>
            <a:ext cx="3200400" cy="7498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">
            <a:extLst>
              <a:ext uri="{FF2B5EF4-FFF2-40B4-BE49-F238E27FC236}">
                <a16:creationId xmlns:a16="http://schemas.microsoft.com/office/drawing/2014/main" id="{09BEA52F-2491-8B59-A417-94DF50086CDA}"/>
              </a:ext>
            </a:extLst>
          </p:cNvPr>
          <p:cNvSpPr/>
          <p:nvPr/>
        </p:nvSpPr>
        <p:spPr>
          <a:xfrm>
            <a:off x="6261354" y="2368296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Strike Price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100–200 £/MWh</a:t>
            </a:r>
            <a:endParaRPr lang="en-US" sz="1800" dirty="0"/>
          </a:p>
        </p:txBody>
      </p:sp>
      <p:sp>
        <p:nvSpPr>
          <p:cNvPr id="109" name="Shape 11">
            <a:extLst>
              <a:ext uri="{FF2B5EF4-FFF2-40B4-BE49-F238E27FC236}">
                <a16:creationId xmlns:a16="http://schemas.microsoft.com/office/drawing/2014/main" id="{AB93032C-717F-7B25-62A1-0C3929872869}"/>
              </a:ext>
            </a:extLst>
          </p:cNvPr>
          <p:cNvSpPr/>
          <p:nvPr/>
        </p:nvSpPr>
        <p:spPr>
          <a:xfrm>
            <a:off x="1208532" y="3290352"/>
            <a:ext cx="9423763" cy="29260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10" name="Text 12">
            <a:extLst>
              <a:ext uri="{FF2B5EF4-FFF2-40B4-BE49-F238E27FC236}">
                <a16:creationId xmlns:a16="http://schemas.microsoft.com/office/drawing/2014/main" id="{DC6A6499-218B-A71C-3A3C-5DF9D377C0AD}"/>
              </a:ext>
            </a:extLst>
          </p:cNvPr>
          <p:cNvSpPr/>
          <p:nvPr/>
        </p:nvSpPr>
        <p:spPr>
          <a:xfrm>
            <a:off x="1208532" y="3305265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Corridor</a:t>
            </a:r>
            <a:endParaRPr lang="en-US" sz="1400" dirty="0"/>
          </a:p>
        </p:txBody>
      </p:sp>
      <p:sp>
        <p:nvSpPr>
          <p:cNvPr id="111" name="Text 13">
            <a:extLst>
              <a:ext uri="{FF2B5EF4-FFF2-40B4-BE49-F238E27FC236}">
                <a16:creationId xmlns:a16="http://schemas.microsoft.com/office/drawing/2014/main" id="{12854519-8453-BE23-28C1-9C4431AF9DC7}"/>
              </a:ext>
            </a:extLst>
          </p:cNvPr>
          <p:cNvSpPr/>
          <p:nvPr/>
        </p:nvSpPr>
        <p:spPr>
          <a:xfrm>
            <a:off x="2415350" y="3314409"/>
            <a:ext cx="13639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MACH (£/tCO₂)</a:t>
            </a:r>
            <a:endParaRPr lang="en-US" sz="1400" dirty="0"/>
          </a:p>
        </p:txBody>
      </p:sp>
      <p:sp>
        <p:nvSpPr>
          <p:cNvPr id="112" name="Text 14">
            <a:extLst>
              <a:ext uri="{FF2B5EF4-FFF2-40B4-BE49-F238E27FC236}">
                <a16:creationId xmlns:a16="http://schemas.microsoft.com/office/drawing/2014/main" id="{6D825350-4E2B-02EA-C2AF-3D1699AEF3BC}"/>
              </a:ext>
            </a:extLst>
          </p:cNvPr>
          <p:cNvSpPr/>
          <p:nvPr/>
        </p:nvSpPr>
        <p:spPr>
          <a:xfrm>
            <a:off x="3667288" y="3290352"/>
            <a:ext cx="126818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Avg NPV (£bn)</a:t>
            </a:r>
            <a:endParaRPr lang="en-US" sz="1400" dirty="0"/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B2435D4A-570A-6F19-45C7-DA0DB6518202}"/>
              </a:ext>
            </a:extLst>
          </p:cNvPr>
          <p:cNvSpPr/>
          <p:nvPr/>
        </p:nvSpPr>
        <p:spPr>
          <a:xfrm>
            <a:off x="4866131" y="3305265"/>
            <a:ext cx="17659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Avg CfD cost (£bn/yr)</a:t>
            </a:r>
            <a:endParaRPr lang="en-US" sz="1400" dirty="0"/>
          </a:p>
        </p:txBody>
      </p:sp>
      <p:sp>
        <p:nvSpPr>
          <p:cNvPr id="114" name="Text 16">
            <a:extLst>
              <a:ext uri="{FF2B5EF4-FFF2-40B4-BE49-F238E27FC236}">
                <a16:creationId xmlns:a16="http://schemas.microsoft.com/office/drawing/2014/main" id="{19F69179-084D-74C3-6D57-4896652DF3DA}"/>
              </a:ext>
            </a:extLst>
          </p:cNvPr>
          <p:cNvSpPr/>
          <p:nvPr/>
        </p:nvSpPr>
        <p:spPr>
          <a:xfrm>
            <a:off x="6557772" y="3305265"/>
            <a:ext cx="401955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Why recommended</a:t>
            </a:r>
            <a:endParaRPr lang="en-US" sz="1400" dirty="0"/>
          </a:p>
        </p:txBody>
      </p:sp>
      <p:sp>
        <p:nvSpPr>
          <p:cNvPr id="115" name="Shape 17">
            <a:extLst>
              <a:ext uri="{FF2B5EF4-FFF2-40B4-BE49-F238E27FC236}">
                <a16:creationId xmlns:a16="http://schemas.microsoft.com/office/drawing/2014/main" id="{A8654A80-9080-261D-8F78-1E316710C1AB}"/>
              </a:ext>
            </a:extLst>
          </p:cNvPr>
          <p:cNvSpPr/>
          <p:nvPr/>
        </p:nvSpPr>
        <p:spPr>
          <a:xfrm>
            <a:off x="1208532" y="3625305"/>
            <a:ext cx="1280160" cy="329184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16" name="Text 18">
            <a:extLst>
              <a:ext uri="{FF2B5EF4-FFF2-40B4-BE49-F238E27FC236}">
                <a16:creationId xmlns:a16="http://schemas.microsoft.com/office/drawing/2014/main" id="{0E2D76FF-7025-0022-2DE2-A2281F8A29A5}"/>
              </a:ext>
            </a:extLst>
          </p:cNvPr>
          <p:cNvSpPr/>
          <p:nvPr/>
        </p:nvSpPr>
        <p:spPr>
          <a:xfrm>
            <a:off x="1208532" y="3625305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CO₂ 200–300</a:t>
            </a:r>
            <a:endParaRPr lang="en-US" sz="1400" dirty="0"/>
          </a:p>
        </p:txBody>
      </p:sp>
      <p:sp>
        <p:nvSpPr>
          <p:cNvPr id="117" name="Shape 19">
            <a:extLst>
              <a:ext uri="{FF2B5EF4-FFF2-40B4-BE49-F238E27FC236}">
                <a16:creationId xmlns:a16="http://schemas.microsoft.com/office/drawing/2014/main" id="{83CCEE8F-13DF-3FE9-3E40-62A9FDD16AA2}"/>
              </a:ext>
            </a:extLst>
          </p:cNvPr>
          <p:cNvSpPr/>
          <p:nvPr/>
        </p:nvSpPr>
        <p:spPr>
          <a:xfrm>
            <a:off x="2488692" y="3625305"/>
            <a:ext cx="1188720" cy="329184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54CB6EF1-46C1-E516-2D17-4F43346AD2E1}"/>
              </a:ext>
            </a:extLst>
          </p:cNvPr>
          <p:cNvSpPr/>
          <p:nvPr/>
        </p:nvSpPr>
        <p:spPr>
          <a:xfrm>
            <a:off x="2488692" y="3625305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225 ✓</a:t>
            </a:r>
            <a:endParaRPr lang="en-US" sz="1400" dirty="0"/>
          </a:p>
        </p:txBody>
      </p:sp>
      <p:sp>
        <p:nvSpPr>
          <p:cNvPr id="119" name="Shape 21">
            <a:extLst>
              <a:ext uri="{FF2B5EF4-FFF2-40B4-BE49-F238E27FC236}">
                <a16:creationId xmlns:a16="http://schemas.microsoft.com/office/drawing/2014/main" id="{8A506845-482A-4E1D-5C2F-F4E1F33A4DB5}"/>
              </a:ext>
            </a:extLst>
          </p:cNvPr>
          <p:cNvSpPr/>
          <p:nvPr/>
        </p:nvSpPr>
        <p:spPr>
          <a:xfrm>
            <a:off x="3677412" y="3625305"/>
            <a:ext cx="1188720" cy="329184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20" name="Text 22">
            <a:extLst>
              <a:ext uri="{FF2B5EF4-FFF2-40B4-BE49-F238E27FC236}">
                <a16:creationId xmlns:a16="http://schemas.microsoft.com/office/drawing/2014/main" id="{8E7B577C-DBE8-B955-5564-2EB12B0EB97E}"/>
              </a:ext>
            </a:extLst>
          </p:cNvPr>
          <p:cNvSpPr/>
          <p:nvPr/>
        </p:nvSpPr>
        <p:spPr>
          <a:xfrm>
            <a:off x="3677412" y="3625305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+221 bn</a:t>
            </a:r>
            <a:endParaRPr lang="en-US" sz="1400" dirty="0"/>
          </a:p>
        </p:txBody>
      </p:sp>
      <p:sp>
        <p:nvSpPr>
          <p:cNvPr id="121" name="Shape 23">
            <a:extLst>
              <a:ext uri="{FF2B5EF4-FFF2-40B4-BE49-F238E27FC236}">
                <a16:creationId xmlns:a16="http://schemas.microsoft.com/office/drawing/2014/main" id="{5D8B5E00-11AC-ED93-B2D0-8C840E6FECAF}"/>
              </a:ext>
            </a:extLst>
          </p:cNvPr>
          <p:cNvSpPr/>
          <p:nvPr/>
        </p:nvSpPr>
        <p:spPr>
          <a:xfrm>
            <a:off x="4866132" y="3625305"/>
            <a:ext cx="1691640" cy="329184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22" name="Text 24">
            <a:extLst>
              <a:ext uri="{FF2B5EF4-FFF2-40B4-BE49-F238E27FC236}">
                <a16:creationId xmlns:a16="http://schemas.microsoft.com/office/drawing/2014/main" id="{8EE14DB0-D539-FA83-2342-002735061108}"/>
              </a:ext>
            </a:extLst>
          </p:cNvPr>
          <p:cNvSpPr/>
          <p:nvPr/>
        </p:nvSpPr>
        <p:spPr>
          <a:xfrm>
            <a:off x="4866132" y="3625305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37 bn</a:t>
            </a:r>
            <a:endParaRPr lang="en-US" sz="1400" dirty="0"/>
          </a:p>
        </p:txBody>
      </p:sp>
      <p:sp>
        <p:nvSpPr>
          <p:cNvPr id="123" name="Shape 25">
            <a:extLst>
              <a:ext uri="{FF2B5EF4-FFF2-40B4-BE49-F238E27FC236}">
                <a16:creationId xmlns:a16="http://schemas.microsoft.com/office/drawing/2014/main" id="{5A1BCBE8-6055-C922-4205-990B0F9564C1}"/>
              </a:ext>
            </a:extLst>
          </p:cNvPr>
          <p:cNvSpPr/>
          <p:nvPr/>
        </p:nvSpPr>
        <p:spPr>
          <a:xfrm>
            <a:off x="6576278" y="3620733"/>
            <a:ext cx="4019550" cy="329184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24" name="Text 26">
            <a:extLst>
              <a:ext uri="{FF2B5EF4-FFF2-40B4-BE49-F238E27FC236}">
                <a16:creationId xmlns:a16="http://schemas.microsoft.com/office/drawing/2014/main" id="{F65B2ABD-DE6F-79AD-A218-5DA023E191EB}"/>
              </a:ext>
            </a:extLst>
          </p:cNvPr>
          <p:cNvSpPr/>
          <p:nvPr/>
        </p:nvSpPr>
        <p:spPr>
          <a:xfrm>
            <a:off x="6488430" y="3607017"/>
            <a:ext cx="387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Best abatement + positive NPV + moderate cost</a:t>
            </a:r>
            <a:endParaRPr lang="en-US" sz="1400" dirty="0"/>
          </a:p>
        </p:txBody>
      </p:sp>
      <p:sp>
        <p:nvSpPr>
          <p:cNvPr id="125" name="Shape 27">
            <a:extLst>
              <a:ext uri="{FF2B5EF4-FFF2-40B4-BE49-F238E27FC236}">
                <a16:creationId xmlns:a16="http://schemas.microsoft.com/office/drawing/2014/main" id="{6C66DD84-E959-11D7-9F7C-21267490A0B8}"/>
              </a:ext>
            </a:extLst>
          </p:cNvPr>
          <p:cNvSpPr/>
          <p:nvPr/>
        </p:nvSpPr>
        <p:spPr>
          <a:xfrm>
            <a:off x="1208532" y="3972777"/>
            <a:ext cx="128016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26" name="Text 28">
            <a:extLst>
              <a:ext uri="{FF2B5EF4-FFF2-40B4-BE49-F238E27FC236}">
                <a16:creationId xmlns:a16="http://schemas.microsoft.com/office/drawing/2014/main" id="{8F0F8913-3520-DB59-51A9-2992EC6136FF}"/>
              </a:ext>
            </a:extLst>
          </p:cNvPr>
          <p:cNvSpPr/>
          <p:nvPr/>
        </p:nvSpPr>
        <p:spPr>
          <a:xfrm>
            <a:off x="1208532" y="3972777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CfD 100–200</a:t>
            </a:r>
            <a:endParaRPr lang="en-US" sz="1400" dirty="0"/>
          </a:p>
        </p:txBody>
      </p:sp>
      <p:sp>
        <p:nvSpPr>
          <p:cNvPr id="127" name="Shape 29">
            <a:extLst>
              <a:ext uri="{FF2B5EF4-FFF2-40B4-BE49-F238E27FC236}">
                <a16:creationId xmlns:a16="http://schemas.microsoft.com/office/drawing/2014/main" id="{7D6AC409-5E53-5D00-D8E4-D1230FF1B44E}"/>
              </a:ext>
            </a:extLst>
          </p:cNvPr>
          <p:cNvSpPr/>
          <p:nvPr/>
        </p:nvSpPr>
        <p:spPr>
          <a:xfrm>
            <a:off x="2488692" y="3972777"/>
            <a:ext cx="118872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28" name="Text 30">
            <a:extLst>
              <a:ext uri="{FF2B5EF4-FFF2-40B4-BE49-F238E27FC236}">
                <a16:creationId xmlns:a16="http://schemas.microsoft.com/office/drawing/2014/main" id="{B8B8BD52-A92D-DD53-2E89-BA7E1F94C365}"/>
              </a:ext>
            </a:extLst>
          </p:cNvPr>
          <p:cNvSpPr/>
          <p:nvPr/>
        </p:nvSpPr>
        <p:spPr>
          <a:xfrm>
            <a:off x="2488692" y="3972777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229</a:t>
            </a:r>
            <a:endParaRPr lang="en-US" sz="1400" dirty="0"/>
          </a:p>
        </p:txBody>
      </p:sp>
      <p:sp>
        <p:nvSpPr>
          <p:cNvPr id="129" name="Shape 31">
            <a:extLst>
              <a:ext uri="{FF2B5EF4-FFF2-40B4-BE49-F238E27FC236}">
                <a16:creationId xmlns:a16="http://schemas.microsoft.com/office/drawing/2014/main" id="{D4274BFC-CF9F-45E6-232F-2551E5869FE0}"/>
              </a:ext>
            </a:extLst>
          </p:cNvPr>
          <p:cNvSpPr/>
          <p:nvPr/>
        </p:nvSpPr>
        <p:spPr>
          <a:xfrm>
            <a:off x="3677412" y="3972777"/>
            <a:ext cx="118872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30" name="Text 32">
            <a:extLst>
              <a:ext uri="{FF2B5EF4-FFF2-40B4-BE49-F238E27FC236}">
                <a16:creationId xmlns:a16="http://schemas.microsoft.com/office/drawing/2014/main" id="{B9F9D377-7074-6322-89D8-65C8CBE94990}"/>
              </a:ext>
            </a:extLst>
          </p:cNvPr>
          <p:cNvSpPr/>
          <p:nvPr/>
        </p:nvSpPr>
        <p:spPr>
          <a:xfrm>
            <a:off x="3667288" y="4000209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+380 bn ✓</a:t>
            </a:r>
            <a:endParaRPr lang="en-US" sz="1400" dirty="0"/>
          </a:p>
        </p:txBody>
      </p:sp>
      <p:sp>
        <p:nvSpPr>
          <p:cNvPr id="131" name="Shape 33">
            <a:extLst>
              <a:ext uri="{FF2B5EF4-FFF2-40B4-BE49-F238E27FC236}">
                <a16:creationId xmlns:a16="http://schemas.microsoft.com/office/drawing/2014/main" id="{C62F5DA3-83F2-B2A1-6CA9-DAA68AC76B2A}"/>
              </a:ext>
            </a:extLst>
          </p:cNvPr>
          <p:cNvSpPr/>
          <p:nvPr/>
        </p:nvSpPr>
        <p:spPr>
          <a:xfrm>
            <a:off x="4866132" y="3972777"/>
            <a:ext cx="169164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32" name="Text 34">
            <a:extLst>
              <a:ext uri="{FF2B5EF4-FFF2-40B4-BE49-F238E27FC236}">
                <a16:creationId xmlns:a16="http://schemas.microsoft.com/office/drawing/2014/main" id="{79AB42FE-04B1-4D9E-3D86-DA90B87A15D7}"/>
              </a:ext>
            </a:extLst>
          </p:cNvPr>
          <p:cNvSpPr/>
          <p:nvPr/>
        </p:nvSpPr>
        <p:spPr>
          <a:xfrm>
            <a:off x="4874514" y="3972777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51 bn</a:t>
            </a:r>
            <a:endParaRPr lang="en-US" sz="1400" dirty="0"/>
          </a:p>
        </p:txBody>
      </p:sp>
      <p:sp>
        <p:nvSpPr>
          <p:cNvPr id="133" name="Shape 35">
            <a:extLst>
              <a:ext uri="{FF2B5EF4-FFF2-40B4-BE49-F238E27FC236}">
                <a16:creationId xmlns:a16="http://schemas.microsoft.com/office/drawing/2014/main" id="{477103D6-8624-0059-3A2A-04DBD86623D8}"/>
              </a:ext>
            </a:extLst>
          </p:cNvPr>
          <p:cNvSpPr/>
          <p:nvPr/>
        </p:nvSpPr>
        <p:spPr>
          <a:xfrm>
            <a:off x="6557772" y="3972777"/>
            <a:ext cx="401955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sz="1400"/>
          </a:p>
        </p:txBody>
      </p:sp>
      <p:sp>
        <p:nvSpPr>
          <p:cNvPr id="134" name="Text 36">
            <a:extLst>
              <a:ext uri="{FF2B5EF4-FFF2-40B4-BE49-F238E27FC236}">
                <a16:creationId xmlns:a16="http://schemas.microsoft.com/office/drawing/2014/main" id="{AEEB5074-811A-5192-0E79-4780CAFDAD88}"/>
              </a:ext>
            </a:extLst>
          </p:cNvPr>
          <p:cNvSpPr/>
          <p:nvPr/>
        </p:nvSpPr>
        <p:spPr>
          <a:xfrm>
            <a:off x="6553780" y="4009644"/>
            <a:ext cx="387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D40"/>
                </a:solidFill>
                <a:ea typeface="Calibri" pitchFamily="34" charset="-122"/>
                <a:cs typeface="Calibri" pitchFamily="34" charset="-120"/>
              </a:rPr>
              <a:t>Positive NPV, low abatement cost, manageable public spend</a:t>
            </a:r>
            <a:endParaRPr lang="en-US" sz="1300" dirty="0"/>
          </a:p>
        </p:txBody>
      </p:sp>
      <p:sp>
        <p:nvSpPr>
          <p:cNvPr id="135" name="Shape 37">
            <a:extLst>
              <a:ext uri="{FF2B5EF4-FFF2-40B4-BE49-F238E27FC236}">
                <a16:creationId xmlns:a16="http://schemas.microsoft.com/office/drawing/2014/main" id="{2FA98053-DE19-64C0-58C7-A766DFAA20C2}"/>
              </a:ext>
            </a:extLst>
          </p:cNvPr>
          <p:cNvSpPr/>
          <p:nvPr/>
        </p:nvSpPr>
        <p:spPr>
          <a:xfrm>
            <a:off x="1356025" y="4666922"/>
            <a:ext cx="9269983" cy="15400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6" name="Shape 38">
            <a:extLst>
              <a:ext uri="{FF2B5EF4-FFF2-40B4-BE49-F238E27FC236}">
                <a16:creationId xmlns:a16="http://schemas.microsoft.com/office/drawing/2014/main" id="{BD701177-EFC5-A0C5-E4C5-41F21FD8E61D}"/>
              </a:ext>
            </a:extLst>
          </p:cNvPr>
          <p:cNvSpPr/>
          <p:nvPr/>
        </p:nvSpPr>
        <p:spPr>
          <a:xfrm>
            <a:off x="1361142" y="4547361"/>
            <a:ext cx="9259751" cy="374904"/>
          </a:xfrm>
          <a:prstGeom prst="rect">
            <a:avLst/>
          </a:prstGeom>
          <a:solidFill>
            <a:srgbClr val="0A2342">
              <a:alpha val="90000"/>
            </a:srgbClr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Text 39">
            <a:extLst>
              <a:ext uri="{FF2B5EF4-FFF2-40B4-BE49-F238E27FC236}">
                <a16:creationId xmlns:a16="http://schemas.microsoft.com/office/drawing/2014/main" id="{DF123035-DA9A-7707-CA25-7CD74EF573D4}"/>
              </a:ext>
            </a:extLst>
          </p:cNvPr>
          <p:cNvSpPr/>
          <p:nvPr/>
        </p:nvSpPr>
        <p:spPr>
          <a:xfrm>
            <a:off x="1340386" y="4566846"/>
            <a:ext cx="92856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recommended corridor actually does to the energy mix (CO₂=250 £/tCO₂, CfD=150 £/MWh vs. baseline zero policy)</a:t>
            </a:r>
            <a:endParaRPr lang="en-US" sz="1400" dirty="0"/>
          </a:p>
        </p:txBody>
      </p:sp>
      <p:sp>
        <p:nvSpPr>
          <p:cNvPr id="138" name="Shape 40">
            <a:extLst>
              <a:ext uri="{FF2B5EF4-FFF2-40B4-BE49-F238E27FC236}">
                <a16:creationId xmlns:a16="http://schemas.microsoft.com/office/drawing/2014/main" id="{61D55F47-0D47-46B7-A354-EA460864A29A}"/>
              </a:ext>
            </a:extLst>
          </p:cNvPr>
          <p:cNvSpPr/>
          <p:nvPr/>
        </p:nvSpPr>
        <p:spPr>
          <a:xfrm>
            <a:off x="1519060" y="5021651"/>
            <a:ext cx="2103120" cy="1085741"/>
          </a:xfrm>
          <a:prstGeom prst="rect">
            <a:avLst/>
          </a:prstGeom>
          <a:solidFill>
            <a:srgbClr val="E8EEF4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Text 41">
            <a:extLst>
              <a:ext uri="{FF2B5EF4-FFF2-40B4-BE49-F238E27FC236}">
                <a16:creationId xmlns:a16="http://schemas.microsoft.com/office/drawing/2014/main" id="{D7F41E90-FFEB-D1F9-9C39-C51234FD4AC1}"/>
              </a:ext>
            </a:extLst>
          </p:cNvPr>
          <p:cNvSpPr/>
          <p:nvPr/>
        </p:nvSpPr>
        <p:spPr>
          <a:xfrm>
            <a:off x="1519060" y="50399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+ Nuclear</a:t>
            </a:r>
            <a:endParaRPr lang="en-US" sz="1400" dirty="0"/>
          </a:p>
        </p:txBody>
      </p:sp>
      <p:sp>
        <p:nvSpPr>
          <p:cNvPr id="140" name="Text 42">
            <a:extLst>
              <a:ext uri="{FF2B5EF4-FFF2-40B4-BE49-F238E27FC236}">
                <a16:creationId xmlns:a16="http://schemas.microsoft.com/office/drawing/2014/main" id="{057ACD17-A4CA-3AD9-3A13-C2B9A62DF742}"/>
              </a:ext>
            </a:extLst>
          </p:cNvPr>
          <p:cNvSpPr/>
          <p:nvPr/>
        </p:nvSpPr>
        <p:spPr>
          <a:xfrm>
            <a:off x="1519060" y="527768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Increase</a:t>
            </a:r>
            <a:endParaRPr lang="en-US" sz="1400" dirty="0"/>
          </a:p>
        </p:txBody>
      </p:sp>
      <p:sp>
        <p:nvSpPr>
          <p:cNvPr id="141" name="Text 43">
            <a:extLst>
              <a:ext uri="{FF2B5EF4-FFF2-40B4-BE49-F238E27FC236}">
                <a16:creationId xmlns:a16="http://schemas.microsoft.com/office/drawing/2014/main" id="{CD4B7622-6A71-8913-C833-0583DE574D00}"/>
              </a:ext>
            </a:extLst>
          </p:cNvPr>
          <p:cNvSpPr/>
          <p:nvPr/>
        </p:nvSpPr>
        <p:spPr>
          <a:xfrm>
            <a:off x="1465864" y="5497140"/>
            <a:ext cx="216865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38–39% vs 37–42% at baseline — stable dominant source</a:t>
            </a:r>
            <a:endParaRPr lang="en-US" sz="1200" dirty="0"/>
          </a:p>
        </p:txBody>
      </p:sp>
      <p:sp>
        <p:nvSpPr>
          <p:cNvPr id="142" name="Shape 44">
            <a:extLst>
              <a:ext uri="{FF2B5EF4-FFF2-40B4-BE49-F238E27FC236}">
                <a16:creationId xmlns:a16="http://schemas.microsoft.com/office/drawing/2014/main" id="{CE6A3FAA-10A5-B79D-71BA-1BFEAB559C0F}"/>
              </a:ext>
            </a:extLst>
          </p:cNvPr>
          <p:cNvSpPr/>
          <p:nvPr/>
        </p:nvSpPr>
        <p:spPr>
          <a:xfrm>
            <a:off x="3777628" y="5021652"/>
            <a:ext cx="2103120" cy="1085742"/>
          </a:xfrm>
          <a:prstGeom prst="rect">
            <a:avLst/>
          </a:prstGeom>
          <a:solidFill>
            <a:srgbClr val="E8EEF4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Text 45">
            <a:extLst>
              <a:ext uri="{FF2B5EF4-FFF2-40B4-BE49-F238E27FC236}">
                <a16:creationId xmlns:a16="http://schemas.microsoft.com/office/drawing/2014/main" id="{1D906656-E7C5-70F3-A4D4-4DE08668AEFA}"/>
              </a:ext>
            </a:extLst>
          </p:cNvPr>
          <p:cNvSpPr/>
          <p:nvPr/>
        </p:nvSpPr>
        <p:spPr>
          <a:xfrm>
            <a:off x="3777628" y="50399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P2G (Electrolysis)</a:t>
            </a:r>
            <a:endParaRPr lang="en-US" sz="1400" dirty="0"/>
          </a:p>
        </p:txBody>
      </p:sp>
      <p:sp>
        <p:nvSpPr>
          <p:cNvPr id="144" name="Text 46">
            <a:extLst>
              <a:ext uri="{FF2B5EF4-FFF2-40B4-BE49-F238E27FC236}">
                <a16:creationId xmlns:a16="http://schemas.microsoft.com/office/drawing/2014/main" id="{FCBA336B-DA36-4B02-C943-07D7DD04B5FD}"/>
              </a:ext>
            </a:extLst>
          </p:cNvPr>
          <p:cNvSpPr/>
          <p:nvPr/>
        </p:nvSpPr>
        <p:spPr>
          <a:xfrm>
            <a:off x="3777628" y="527768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Replaces G2G</a:t>
            </a:r>
            <a:endParaRPr lang="en-US" sz="1400" dirty="0"/>
          </a:p>
        </p:txBody>
      </p:sp>
      <p:sp>
        <p:nvSpPr>
          <p:cNvPr id="145" name="Text 47">
            <a:extLst>
              <a:ext uri="{FF2B5EF4-FFF2-40B4-BE49-F238E27FC236}">
                <a16:creationId xmlns:a16="http://schemas.microsoft.com/office/drawing/2014/main" id="{F1AB041D-6F70-8618-40F1-A2533B54EF36}"/>
              </a:ext>
            </a:extLst>
          </p:cNvPr>
          <p:cNvSpPr/>
          <p:nvPr/>
        </p:nvSpPr>
        <p:spPr>
          <a:xfrm>
            <a:off x="3622180" y="5454032"/>
            <a:ext cx="2341553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H₂ dominates over blue/grey under recommended CO₂ level</a:t>
            </a:r>
            <a:endParaRPr lang="en-US" sz="1200" dirty="0"/>
          </a:p>
        </p:txBody>
      </p:sp>
      <p:sp>
        <p:nvSpPr>
          <p:cNvPr id="146" name="Shape 48">
            <a:extLst>
              <a:ext uri="{FF2B5EF4-FFF2-40B4-BE49-F238E27FC236}">
                <a16:creationId xmlns:a16="http://schemas.microsoft.com/office/drawing/2014/main" id="{F408FA35-8172-7308-D686-491E360C6445}"/>
              </a:ext>
            </a:extLst>
          </p:cNvPr>
          <p:cNvSpPr/>
          <p:nvPr/>
        </p:nvSpPr>
        <p:spPr>
          <a:xfrm>
            <a:off x="6072772" y="5021652"/>
            <a:ext cx="2103120" cy="108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Text 49">
            <a:extLst>
              <a:ext uri="{FF2B5EF4-FFF2-40B4-BE49-F238E27FC236}">
                <a16:creationId xmlns:a16="http://schemas.microsoft.com/office/drawing/2014/main" id="{42732551-64C7-0413-0BCF-F843F1EA1D49}"/>
              </a:ext>
            </a:extLst>
          </p:cNvPr>
          <p:cNvSpPr/>
          <p:nvPr/>
        </p:nvSpPr>
        <p:spPr>
          <a:xfrm>
            <a:off x="6072772" y="50399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&amp; G2G</a:t>
            </a:r>
            <a:endParaRPr lang="en-US" sz="1400" dirty="0"/>
          </a:p>
        </p:txBody>
      </p:sp>
      <p:sp>
        <p:nvSpPr>
          <p:cNvPr id="148" name="Text 50">
            <a:extLst>
              <a:ext uri="{FF2B5EF4-FFF2-40B4-BE49-F238E27FC236}">
                <a16:creationId xmlns:a16="http://schemas.microsoft.com/office/drawing/2014/main" id="{C3EE4C02-DCFF-4D43-CE71-A371A5B82DE8}"/>
              </a:ext>
            </a:extLst>
          </p:cNvPr>
          <p:cNvSpPr/>
          <p:nvPr/>
        </p:nvSpPr>
        <p:spPr>
          <a:xfrm>
            <a:off x="6072772" y="527768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Decrease</a:t>
            </a:r>
            <a:endParaRPr lang="en-US" sz="1400" dirty="0"/>
          </a:p>
        </p:txBody>
      </p:sp>
      <p:sp>
        <p:nvSpPr>
          <p:cNvPr id="149" name="Text 51">
            <a:extLst>
              <a:ext uri="{FF2B5EF4-FFF2-40B4-BE49-F238E27FC236}">
                <a16:creationId xmlns:a16="http://schemas.microsoft.com/office/drawing/2014/main" id="{A2E2935E-253D-8D4D-BB61-8B12015E869A}"/>
              </a:ext>
            </a:extLst>
          </p:cNvPr>
          <p:cNvSpPr/>
          <p:nvPr/>
        </p:nvSpPr>
        <p:spPr>
          <a:xfrm>
            <a:off x="6118492" y="5497140"/>
            <a:ext cx="2011680" cy="5200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penalty reduces gas-fired and reforming share significantly</a:t>
            </a:r>
            <a:endParaRPr lang="en-US" sz="1200" dirty="0"/>
          </a:p>
        </p:txBody>
      </p:sp>
      <p:sp>
        <p:nvSpPr>
          <p:cNvPr id="150" name="Shape 52">
            <a:extLst>
              <a:ext uri="{FF2B5EF4-FFF2-40B4-BE49-F238E27FC236}">
                <a16:creationId xmlns:a16="http://schemas.microsoft.com/office/drawing/2014/main" id="{B62139F0-4347-1612-67EE-2F75CE7FAE15}"/>
              </a:ext>
            </a:extLst>
          </p:cNvPr>
          <p:cNvSpPr/>
          <p:nvPr/>
        </p:nvSpPr>
        <p:spPr>
          <a:xfrm>
            <a:off x="8322196" y="5021652"/>
            <a:ext cx="2103120" cy="1085740"/>
          </a:xfrm>
          <a:prstGeom prst="rect">
            <a:avLst/>
          </a:prstGeom>
          <a:solidFill>
            <a:srgbClr val="E8EEF4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Text 53">
            <a:extLst>
              <a:ext uri="{FF2B5EF4-FFF2-40B4-BE49-F238E27FC236}">
                <a16:creationId xmlns:a16="http://schemas.microsoft.com/office/drawing/2014/main" id="{04727E8E-59EB-E902-EA06-98F074E2C185}"/>
              </a:ext>
            </a:extLst>
          </p:cNvPr>
          <p:cNvSpPr/>
          <p:nvPr/>
        </p:nvSpPr>
        <p:spPr>
          <a:xfrm>
            <a:off x="8322196" y="50399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&amp; BESS</a:t>
            </a:r>
            <a:endParaRPr lang="en-US" sz="1400" dirty="0"/>
          </a:p>
        </p:txBody>
      </p:sp>
      <p:sp>
        <p:nvSpPr>
          <p:cNvPr id="152" name="Text 54">
            <a:extLst>
              <a:ext uri="{FF2B5EF4-FFF2-40B4-BE49-F238E27FC236}">
                <a16:creationId xmlns:a16="http://schemas.microsoft.com/office/drawing/2014/main" id="{7B3A61FD-C5DD-A203-BAA9-1FB83C24B982}"/>
              </a:ext>
            </a:extLst>
          </p:cNvPr>
          <p:cNvSpPr/>
          <p:nvPr/>
        </p:nvSpPr>
        <p:spPr>
          <a:xfrm>
            <a:off x="8322196" y="527768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Stable</a:t>
            </a:r>
            <a:endParaRPr lang="en-US" sz="1400" dirty="0"/>
          </a:p>
        </p:txBody>
      </p:sp>
      <p:sp>
        <p:nvSpPr>
          <p:cNvPr id="153" name="Text 55">
            <a:extLst>
              <a:ext uri="{FF2B5EF4-FFF2-40B4-BE49-F238E27FC236}">
                <a16:creationId xmlns:a16="http://schemas.microsoft.com/office/drawing/2014/main" id="{C19382E3-6545-8E19-853D-19608A6A7E64}"/>
              </a:ext>
            </a:extLst>
          </p:cNvPr>
          <p:cNvSpPr/>
          <p:nvPr/>
        </p:nvSpPr>
        <p:spPr>
          <a:xfrm>
            <a:off x="8367916" y="5460855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anchor the system in both scenarios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621302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C7A25-8653-117B-E43A-AD6D6456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0AF186E6-001C-212A-36AC-E9645C05D20F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Conclusions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8E165-8D92-CD6E-3E17-ED6006C34ECC}"/>
              </a:ext>
            </a:extLst>
          </p:cNvPr>
          <p:cNvSpPr txBox="1"/>
          <p:nvPr/>
        </p:nvSpPr>
        <p:spPr>
          <a:xfrm>
            <a:off x="684090" y="1021003"/>
            <a:ext cx="11064565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b="1" dirty="0"/>
              <a:t>Planning structure matters — only when hydrogen is deeply integrated</a:t>
            </a:r>
          </a:p>
          <a:p>
            <a:pPr lvl="1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 low H₂ integration, competition, cooperation, and central planning all converge. Under high H₂ integration, cooperation reduces costs by 57% and achieves zero CO₂ versus 8,161 t under competition</a:t>
            </a:r>
          </a:p>
          <a:p>
            <a:pPr lvl="1"/>
            <a:endParaRPr lang="en-US" sz="8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GB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planning is the most financially resilient approach</a:t>
            </a:r>
          </a:p>
          <a:p>
            <a:pPr marL="457200" lvl="2"/>
            <a:r>
              <a:rPr lang="en-GB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Smallest NPV losses under adverse prices (−£69bn vs −£334bn competitive). Requires the least government support to remain viable. Central planning is intermediate but collapses under constrained flexibility.</a:t>
            </a:r>
          </a:p>
          <a:p>
            <a:pPr marL="457200" lvl="2"/>
            <a:endParaRPr lang="en-GB" sz="8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en-GB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CO₂ pricing drives decarbonisation — but </a:t>
            </a:r>
            <a:r>
              <a:rPr lang="en-GB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r>
              <a:rPr lang="en-GB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sustains the investment</a:t>
            </a:r>
          </a:p>
          <a:p>
            <a:pPr marL="457200" lvl="3"/>
            <a:r>
              <a:rPr lang="en-GB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CO₂ pricing alone fails to secure investment in low-price markets. A minimum </a:t>
            </a:r>
            <a:r>
              <a:rPr lang="en-GB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r>
              <a:rPr lang="en-GB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of £100/MWh is required to keep NPV positive. The two instruments have distinct and complementary roles.</a:t>
            </a:r>
          </a:p>
          <a:p>
            <a:pPr marL="0" lvl="2"/>
            <a:endParaRPr lang="en-GB" sz="8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lvl="1" indent="-285750">
              <a:buFont typeface="Wingdings" panose="05000000000000000000" pitchFamily="2" charset="2"/>
              <a:buChar char="§"/>
            </a:pPr>
            <a:r>
              <a:rPr lang="en-GB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joint policy corridor: £200–300/</a:t>
            </a:r>
            <a:r>
              <a:rPr lang="en-GB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tCO</a:t>
            </a:r>
            <a:r>
              <a:rPr lang="en-GB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₂ + £100–200/MWh </a:t>
            </a:r>
            <a:r>
              <a:rPr lang="en-GB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endParaRPr lang="en-GB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lvl="2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Balances abatement efficiency (MACH=225), investor returns (NPV=+£380bn avg), and fiscal sustainability (~£51bn/yr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support). CO₂≥200 also ensures green H₂ exceeds 50% of total production.</a:t>
            </a:r>
          </a:p>
          <a:p>
            <a:pPr marL="457200" lvl="2"/>
            <a:endParaRPr lang="en-US" sz="8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lvl="2" indent="-285750">
              <a:buFont typeface="Wingdings" panose="05000000000000000000" pitchFamily="2" charset="2"/>
              <a:buChar char="§"/>
            </a:pPr>
            <a:r>
              <a:rPr lang="en-GB" b="1" dirty="0"/>
              <a:t>Shapley value and MACH provide quantitative tools for targeted policy</a:t>
            </a:r>
          </a:p>
          <a:p>
            <a:pPr marL="457200" lvl="3"/>
            <a:r>
              <a:rPr lang="en-GB" dirty="0"/>
              <a:t>Shapley identifies which technologies need support and by how much. MACH integrates cost and emission outcomes into one metric. Together, they replace broad subsidies with evidence-based, targeted interventions.</a:t>
            </a:r>
          </a:p>
        </p:txBody>
      </p:sp>
    </p:spTree>
    <p:extLst>
      <p:ext uri="{BB962C8B-B14F-4D97-AF65-F5344CB8AC3E}">
        <p14:creationId xmlns:p14="http://schemas.microsoft.com/office/powerpoint/2010/main" val="41391100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8D16-9F21-E9A9-6235-BCA3E8C8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E84348BB-3E7E-D69F-0AFB-5C6EC6CB1449}"/>
              </a:ext>
            </a:extLst>
          </p:cNvPr>
          <p:cNvSpPr txBox="1"/>
          <p:nvPr/>
        </p:nvSpPr>
        <p:spPr>
          <a:xfrm>
            <a:off x="1808479" y="227876"/>
            <a:ext cx="9940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75000"/>
                  </a:schemeClr>
                </a:solidFill>
              </a:rPr>
              <a:t>Policy Insights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4CB1E-BEB0-495E-CBED-70EFBAB7755D}"/>
              </a:ext>
            </a:extLst>
          </p:cNvPr>
          <p:cNvSpPr txBox="1"/>
          <p:nvPr/>
        </p:nvSpPr>
        <p:spPr>
          <a:xfrm>
            <a:off x="684090" y="1021003"/>
            <a:ext cx="110645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Design markets for cooperation, not just competition. Use policy levers — </a:t>
            </a:r>
            <a:r>
              <a:rPr lang="en-GB" dirty="0" err="1"/>
              <a:t>CfDs</a:t>
            </a:r>
            <a:r>
              <a:rPr lang="en-GB" dirty="0"/>
              <a:t>, network codes, allocation rules — that align investor incentives with system-wide efficiency when hydrogen integration is high.</a:t>
            </a:r>
            <a:endParaRPr lang="en-US" sz="8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Set the UK ETS trajectory to reach £200/</a:t>
            </a:r>
            <a:r>
              <a:rPr lang="en-GB" dirty="0" err="1"/>
              <a:t>tCO</a:t>
            </a:r>
            <a:r>
              <a:rPr lang="en-GB" dirty="0"/>
              <a:t>₂ to unlock green hydrogen dominance and cost-effective abatement. Below this level, blue and grey hydrogen remain financially dominant.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Calibrate hydrogen </a:t>
            </a:r>
            <a:r>
              <a:rPr lang="en-GB" dirty="0" err="1"/>
              <a:t>CfD</a:t>
            </a:r>
            <a:r>
              <a:rPr lang="en-GB" dirty="0"/>
              <a:t> strike prices at £100–200/MWh to sustain investment viability under low-price conditions. HAR1 awarded £241/MWh — consistent with the upper bound of this corridor.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 Shapley value analysis before setting subsidy levels. It shows which technologies are net contributors and which need support, enabling targeted policy rather than broad, inefficient instruments.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 MACH as a policy appraisal metric alongside NPV and fiscal cost. It integrates abatement efficiency with economic outcomes in a single number, aligned with UK Green Book carbon valuation guidance.</a:t>
            </a:r>
          </a:p>
        </p:txBody>
      </p:sp>
    </p:spTree>
    <p:extLst>
      <p:ext uri="{BB962C8B-B14F-4D97-AF65-F5344CB8AC3E}">
        <p14:creationId xmlns:p14="http://schemas.microsoft.com/office/powerpoint/2010/main" val="14620142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F40944-3B14-8529-722C-D87C9FA151B4}"/>
              </a:ext>
            </a:extLst>
          </p:cNvPr>
          <p:cNvSpPr txBox="1"/>
          <p:nvPr/>
        </p:nvSpPr>
        <p:spPr>
          <a:xfrm>
            <a:off x="1658916" y="2159693"/>
            <a:ext cx="8575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2D2D7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 for your attention </a:t>
            </a:r>
          </a:p>
        </p:txBody>
      </p:sp>
    </p:spTree>
    <p:extLst>
      <p:ext uri="{BB962C8B-B14F-4D97-AF65-F5344CB8AC3E}">
        <p14:creationId xmlns:p14="http://schemas.microsoft.com/office/powerpoint/2010/main" val="10458031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EB628D5FBCCB499335DD63D199A7DC" ma:contentTypeVersion="15" ma:contentTypeDescription="Create a new document." ma:contentTypeScope="" ma:versionID="ac9e682f45605fd8d805770343a032c5">
  <xsd:schema xmlns:xsd="http://www.w3.org/2001/XMLSchema" xmlns:xs="http://www.w3.org/2001/XMLSchema" xmlns:p="http://schemas.microsoft.com/office/2006/metadata/properties" xmlns:ns2="f536ef2f-e6b5-4303-901d-87bb0cf2604c" xmlns:ns3="476542eb-b6ce-4100-9522-b660400f98f7" targetNamespace="http://schemas.microsoft.com/office/2006/metadata/properties" ma:root="true" ma:fieldsID="c44684b0679be72805c76d50a0d1e27e" ns2:_="" ns3:_="">
    <xsd:import namespace="f536ef2f-e6b5-4303-901d-87bb0cf2604c"/>
    <xsd:import namespace="476542eb-b6ce-4100-9522-b660400f98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6ef2f-e6b5-4303-901d-87bb0cf26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8a7a97d3-a1e8-4e72-aadf-490c0711cb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6542eb-b6ce-4100-9522-b660400f98f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bc7a343-21fc-43ba-86a2-8d67b23d67ec}" ma:internalName="TaxCatchAll" ma:showField="CatchAllData" ma:web="476542eb-b6ce-4100-9522-b660400f98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76542eb-b6ce-4100-9522-b660400f98f7" xsi:nil="true"/>
    <lcf76f155ced4ddcb4097134ff3c332f xmlns="f536ef2f-e6b5-4303-901d-87bb0cf2604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189230-1FF3-4340-B0E1-FB432C3EF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36ef2f-e6b5-4303-901d-87bb0cf2604c"/>
    <ds:schemaRef ds:uri="476542eb-b6ce-4100-9522-b660400f98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937ACE-91BC-46F4-97E0-5EA044B4412E}">
  <ds:schemaRefs>
    <ds:schemaRef ds:uri="476542eb-b6ce-4100-9522-b660400f98f7"/>
    <ds:schemaRef ds:uri="http://schemas.openxmlformats.org/package/2006/metadata/core-properties"/>
    <ds:schemaRef ds:uri="http://purl.org/dc/terms/"/>
    <ds:schemaRef ds:uri="f536ef2f-e6b5-4303-901d-87bb0cf2604c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6706C82-9A35-4FC9-80CF-94C79D8B99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34904</TotalTime>
  <Words>4501</Words>
  <Application>Microsoft Office PowerPoint</Application>
  <PresentationFormat>Widescreen</PresentationFormat>
  <Paragraphs>626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Plus Jakarta Sans</vt:lpstr>
      <vt:lpstr>Symbol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Rhiannon Lamb</dc:creator>
  <cp:lastModifiedBy>Mohamed Abuella</cp:lastModifiedBy>
  <cp:revision>323</cp:revision>
  <dcterms:created xsi:type="dcterms:W3CDTF">2023-10-05T16:02:21Z</dcterms:created>
  <dcterms:modified xsi:type="dcterms:W3CDTF">2026-03-05T09:47:26Z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0x010100F2EB628D5FBCCB499335DD63D199A7DC</vt:lpwstr>
  </property>
  <property fmtid="{D5CDD505-2E9C-101B-9397-08002B2CF9AE}" pid="3" name="MediaServiceImageTags">
    <vt:lpwstr/>
  </property>
</Properties>
</file>